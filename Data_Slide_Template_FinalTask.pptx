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5117" r:id="rId4"/>
  </p:sldMasterIdLst>
  <p:notesMasterIdLst>
    <p:notesMasterId r:id="rId6"/>
  </p:notesMasterIdLst>
  <p:handoutMasterIdLst>
    <p:handoutMasterId r:id="rId7"/>
  </p:handoutMasterIdLst>
  <p:sldIdLst>
    <p:sldId id="338" r:id="rId5"/>
  </p:sldIdLst>
  <p:sldSz cx="12192000" cy="6858000"/>
  <p:notesSz cx="6950075" cy="9236075"/>
  <p:custShowLst>
    <p:custShow name="Format Guide Workshop" id="0">
      <p:sldLst/>
    </p:custShow>
  </p:custShowLst>
  <p:custDataLst>
    <p:tags r:id="rId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70782F0-208F-5F22-BC4E-8938E8BAC7FC}" name="Schupe, Laura" initials="SL" userId="Schupe, Laura"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1" autoAdjust="0"/>
    <p:restoredTop sz="96323" autoAdjust="0"/>
  </p:normalViewPr>
  <p:slideViewPr>
    <p:cSldViewPr snapToGrid="0">
      <p:cViewPr varScale="1">
        <p:scale>
          <a:sx n="70" d="100"/>
          <a:sy n="70" d="100"/>
        </p:scale>
        <p:origin x="660" y="60"/>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p:cViewPr>
        <p:scale>
          <a:sx n="75" d="100"/>
          <a:sy n="75" d="100"/>
        </p:scale>
        <p:origin x="2574" y="44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13" Type="http://schemas.microsoft.com/office/2018/10/relationships/authors" Target="authors.xml"/><Relationship Id="rId3" Type="http://schemas.openxmlformats.org/officeDocument/2006/relationships/customXml" Target="../customXml/item3.xml"/><Relationship Id="rId7" Type="http://schemas.openxmlformats.org/officeDocument/2006/relationships/handoutMaster" Target="handoutMasters/handoutMaster1.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FAIZAN%20COMPUTER\Videos\Jawaria's%20Folder\Internships\BCG%20X\Campaign_Data_Completed%20Task1.xlsx"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[Campaign_Data_Completed Task1.xlsx]Channel+Campaign!PivotTable1</c:name>
    <c:fmtId val="8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'Channel+Campaign'!$B$5:$B$6</c:f>
              <c:strCache>
                <c:ptCount val="1"/>
                <c:pt idx="0">
                  <c:v>Email</c:v>
                </c:pt>
              </c:strCache>
            </c:strRef>
          </c:tx>
          <c:spPr>
            <a:solidFill>
              <a:schemeClr val="accent1"/>
            </a:solidFill>
            <a:ln>
              <a:noFill/>
            </a:ln>
            <a:effectLst/>
          </c:spPr>
          <c:invertIfNegative val="0"/>
          <c:cat>
            <c:strRef>
              <c:f>'Channel+Campaign'!$A$7:$A$9</c:f>
              <c:strCache>
                <c:ptCount val="2"/>
                <c:pt idx="0">
                  <c:v>A</c:v>
                </c:pt>
                <c:pt idx="1">
                  <c:v>B</c:v>
                </c:pt>
              </c:strCache>
            </c:strRef>
          </c:cat>
          <c:val>
            <c:numRef>
              <c:f>'Channel+Campaign'!$B$7:$B$9</c:f>
              <c:numCache>
                <c:formatCode>_-[$$-409]* #,##0.00_ ;_-[$$-409]* \-#,##0.00\ ;_-[$$-409]* "-"??_ ;_-@_ </c:formatCode>
                <c:ptCount val="2"/>
                <c:pt idx="0">
                  <c:v>2124.4700000000003</c:v>
                </c:pt>
                <c:pt idx="1">
                  <c:v>1382.3799999999999</c:v>
                </c:pt>
              </c:numCache>
            </c:numRef>
          </c:val>
          <c:extLst>
            <c:ext xmlns:c16="http://schemas.microsoft.com/office/drawing/2014/chart" uri="{C3380CC4-5D6E-409C-BE32-E72D297353CC}">
              <c16:uniqueId val="{00000000-C60D-4934-9AA8-AB304391CA38}"/>
            </c:ext>
          </c:extLst>
        </c:ser>
        <c:ser>
          <c:idx val="1"/>
          <c:order val="1"/>
          <c:tx>
            <c:strRef>
              <c:f>'Channel+Campaign'!$C$5:$C$6</c:f>
              <c:strCache>
                <c:ptCount val="1"/>
                <c:pt idx="0">
                  <c:v>Instagram</c:v>
                </c:pt>
              </c:strCache>
            </c:strRef>
          </c:tx>
          <c:spPr>
            <a:solidFill>
              <a:schemeClr val="accent2"/>
            </a:solidFill>
            <a:ln>
              <a:noFill/>
            </a:ln>
            <a:effectLst/>
          </c:spPr>
          <c:invertIfNegative val="0"/>
          <c:cat>
            <c:strRef>
              <c:f>'Channel+Campaign'!$A$7:$A$9</c:f>
              <c:strCache>
                <c:ptCount val="2"/>
                <c:pt idx="0">
                  <c:v>A</c:v>
                </c:pt>
                <c:pt idx="1">
                  <c:v>B</c:v>
                </c:pt>
              </c:strCache>
            </c:strRef>
          </c:cat>
          <c:val>
            <c:numRef>
              <c:f>'Channel+Campaign'!$C$7:$C$9</c:f>
              <c:numCache>
                <c:formatCode>_-[$$-409]* #,##0.00_ ;_-[$$-409]* \-#,##0.00\ ;_-[$$-409]* "-"??_ ;_-@_ </c:formatCode>
                <c:ptCount val="2"/>
                <c:pt idx="0">
                  <c:v>969.46</c:v>
                </c:pt>
                <c:pt idx="1">
                  <c:v>416.14</c:v>
                </c:pt>
              </c:numCache>
            </c:numRef>
          </c:val>
          <c:extLst>
            <c:ext xmlns:c16="http://schemas.microsoft.com/office/drawing/2014/chart" uri="{C3380CC4-5D6E-409C-BE32-E72D297353CC}">
              <c16:uniqueId val="{00000001-C60D-4934-9AA8-AB304391CA38}"/>
            </c:ext>
          </c:extLst>
        </c:ser>
        <c:ser>
          <c:idx val="2"/>
          <c:order val="2"/>
          <c:tx>
            <c:strRef>
              <c:f>'Channel+Campaign'!$D$5:$D$6</c:f>
              <c:strCache>
                <c:ptCount val="1"/>
                <c:pt idx="0">
                  <c:v>Web Banner</c:v>
                </c:pt>
              </c:strCache>
            </c:strRef>
          </c:tx>
          <c:spPr>
            <a:solidFill>
              <a:schemeClr val="accent3"/>
            </a:solidFill>
            <a:ln>
              <a:noFill/>
            </a:ln>
            <a:effectLst/>
          </c:spPr>
          <c:invertIfNegative val="0"/>
          <c:cat>
            <c:strRef>
              <c:f>'Channel+Campaign'!$A$7:$A$9</c:f>
              <c:strCache>
                <c:ptCount val="2"/>
                <c:pt idx="0">
                  <c:v>A</c:v>
                </c:pt>
                <c:pt idx="1">
                  <c:v>B</c:v>
                </c:pt>
              </c:strCache>
            </c:strRef>
          </c:cat>
          <c:val>
            <c:numRef>
              <c:f>'Channel+Campaign'!$D$7:$D$9</c:f>
              <c:numCache>
                <c:formatCode>_-[$$-409]* #,##0.00_ ;_-[$$-409]* \-#,##0.00\ ;_-[$$-409]* "-"??_ ;_-@_ </c:formatCode>
                <c:ptCount val="2"/>
                <c:pt idx="0">
                  <c:v>633.06000000000006</c:v>
                </c:pt>
                <c:pt idx="1">
                  <c:v>318.92000000000007</c:v>
                </c:pt>
              </c:numCache>
            </c:numRef>
          </c:val>
          <c:extLst>
            <c:ext xmlns:c16="http://schemas.microsoft.com/office/drawing/2014/chart" uri="{C3380CC4-5D6E-409C-BE32-E72D297353CC}">
              <c16:uniqueId val="{00000002-C60D-4934-9AA8-AB304391CA38}"/>
            </c:ext>
          </c:extLst>
        </c:ser>
        <c:dLbls>
          <c:showLegendKey val="0"/>
          <c:showVal val="0"/>
          <c:showCatName val="0"/>
          <c:showSerName val="0"/>
          <c:showPercent val="0"/>
          <c:showBubbleSize val="0"/>
        </c:dLbls>
        <c:gapWidth val="150"/>
        <c:axId val="1894627168"/>
        <c:axId val="1894628608"/>
      </c:barChart>
      <c:catAx>
        <c:axId val="1894627168"/>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PK"/>
          </a:p>
        </c:txPr>
        <c:crossAx val="1894628608"/>
        <c:crosses val="autoZero"/>
        <c:auto val="1"/>
        <c:lblAlgn val="ctr"/>
        <c:lblOffset val="100"/>
        <c:noMultiLvlLbl val="0"/>
      </c:catAx>
      <c:valAx>
        <c:axId val="1894628608"/>
        <c:scaling>
          <c:orientation val="minMax"/>
        </c:scaling>
        <c:delete val="0"/>
        <c:axPos val="l"/>
        <c:majorGridlines>
          <c:spPr>
            <a:ln w="9525" cap="flat" cmpd="sng" algn="ctr">
              <a:solidFill>
                <a:schemeClr val="tx1">
                  <a:lumMod val="15000"/>
                  <a:lumOff val="85000"/>
                </a:schemeClr>
              </a:solidFill>
              <a:round/>
            </a:ln>
            <a:effectLst/>
          </c:spPr>
        </c:majorGridlines>
        <c:numFmt formatCode="_-[$$-409]* #,##0.00_ ;_-[$$-409]* \-#,##0.00\ ;_-[$$-409]* &quot;-&quot;??_ ;_-@_ "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PK"/>
          </a:p>
        </c:txPr>
        <c:crossAx val="1894627168"/>
        <c:crosses val="autoZero"/>
        <c:crossBetween val="between"/>
      </c:valAx>
      <c:spPr>
        <a:noFill/>
        <a:ln>
          <a:solidFill>
            <a:schemeClr val="accent3">
              <a:lumMod val="75000"/>
            </a:schemeClr>
          </a:solid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PK"/>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PK"/>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[Campaign_Data_Completed Task1.xlsx]Channel+Campaign!PivotTable1</c:name>
    <c:fmtId val="87"/>
  </c:pivotSource>
  <c:chart>
    <c:autoTitleDeleted val="0"/>
    <c:pivotFmts>
      <c:pivotFmt>
        <c:idx val="0"/>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s>
    <c:view3D>
      <c:rotX val="15"/>
      <c:rotY val="20"/>
      <c:depthPercent val="100"/>
      <c:rAngAx val="0"/>
    </c:view3D>
    <c:floor>
      <c:thickness val="0"/>
      <c:spPr>
        <a:noFill/>
        <a:ln w="9525" cap="flat" cmpd="sng" algn="ctr">
          <a:solidFill>
            <a:schemeClr val="tx1">
              <a:lumMod val="15000"/>
              <a:lumOff val="85000"/>
            </a:schemeClr>
          </a:solidFill>
          <a:round/>
        </a:ln>
        <a:effectLst/>
        <a:sp3d contourW="9525">
          <a:contourClr>
            <a:schemeClr val="tx1">
              <a:lumMod val="15000"/>
              <a:lumOff val="85000"/>
            </a:schemeClr>
          </a:contourClr>
        </a:sp3d>
      </c:spPr>
    </c:floor>
    <c:sideWall>
      <c:thickness val="0"/>
      <c:spPr>
        <a:noFill/>
        <a:ln>
          <a:noFill/>
        </a:ln>
        <a:effectLst/>
        <a:sp3d/>
      </c:spPr>
    </c:sideWall>
    <c:backWall>
      <c:thickness val="0"/>
      <c:spPr>
        <a:noFill/>
        <a:ln>
          <a:noFill/>
        </a:ln>
        <a:effectLst/>
        <a:sp3d/>
      </c:spPr>
    </c:backWall>
    <c:plotArea>
      <c:layout>
        <c:manualLayout>
          <c:layoutTarget val="inner"/>
          <c:xMode val="edge"/>
          <c:yMode val="edge"/>
          <c:x val="5.5567573575087376E-2"/>
          <c:y val="3.0383844680793616E-2"/>
          <c:w val="0.75062933942254728"/>
          <c:h val="0.85423034372023354"/>
        </c:manualLayout>
      </c:layout>
      <c:bar3DChart>
        <c:barDir val="bar"/>
        <c:grouping val="stacked"/>
        <c:varyColors val="0"/>
        <c:ser>
          <c:idx val="0"/>
          <c:order val="0"/>
          <c:tx>
            <c:strRef>
              <c:f>'Channel+Campaign'!$B$5:$B$6</c:f>
              <c:strCache>
                <c:ptCount val="1"/>
                <c:pt idx="0">
                  <c:v>Email</c:v>
                </c:pt>
              </c:strCache>
            </c:strRef>
          </c:tx>
          <c:spPr>
            <a:solidFill>
              <a:schemeClr val="accent1"/>
            </a:solidFill>
            <a:ln>
              <a:noFill/>
            </a:ln>
            <a:effectLst/>
            <a:sp3d/>
          </c:spPr>
          <c:invertIfNegative val="0"/>
          <c:cat>
            <c:strRef>
              <c:f>'Channel+Campaign'!$A$7:$A$9</c:f>
              <c:strCache>
                <c:ptCount val="2"/>
                <c:pt idx="0">
                  <c:v>A</c:v>
                </c:pt>
                <c:pt idx="1">
                  <c:v>B</c:v>
                </c:pt>
              </c:strCache>
            </c:strRef>
          </c:cat>
          <c:val>
            <c:numRef>
              <c:f>'Channel+Campaign'!$B$7:$B$9</c:f>
              <c:numCache>
                <c:formatCode>_-[$$-409]* #,##0.00_ ;_-[$$-409]* \-#,##0.00\ ;_-[$$-409]* "-"??_ ;_-@_ </c:formatCode>
                <c:ptCount val="2"/>
                <c:pt idx="0">
                  <c:v>2124.4700000000003</c:v>
                </c:pt>
                <c:pt idx="1">
                  <c:v>1382.3799999999999</c:v>
                </c:pt>
              </c:numCache>
            </c:numRef>
          </c:val>
          <c:extLst>
            <c:ext xmlns:c16="http://schemas.microsoft.com/office/drawing/2014/chart" uri="{C3380CC4-5D6E-409C-BE32-E72D297353CC}">
              <c16:uniqueId val="{00000000-5340-496E-B5BD-97964E82507B}"/>
            </c:ext>
          </c:extLst>
        </c:ser>
        <c:ser>
          <c:idx val="1"/>
          <c:order val="1"/>
          <c:tx>
            <c:strRef>
              <c:f>'Channel+Campaign'!$C$5:$C$6</c:f>
              <c:strCache>
                <c:ptCount val="1"/>
                <c:pt idx="0">
                  <c:v>Instagram</c:v>
                </c:pt>
              </c:strCache>
            </c:strRef>
          </c:tx>
          <c:spPr>
            <a:solidFill>
              <a:schemeClr val="accent2"/>
            </a:solidFill>
            <a:ln>
              <a:noFill/>
            </a:ln>
            <a:effectLst/>
            <a:sp3d/>
          </c:spPr>
          <c:invertIfNegative val="0"/>
          <c:cat>
            <c:strRef>
              <c:f>'Channel+Campaign'!$A$7:$A$9</c:f>
              <c:strCache>
                <c:ptCount val="2"/>
                <c:pt idx="0">
                  <c:v>A</c:v>
                </c:pt>
                <c:pt idx="1">
                  <c:v>B</c:v>
                </c:pt>
              </c:strCache>
            </c:strRef>
          </c:cat>
          <c:val>
            <c:numRef>
              <c:f>'Channel+Campaign'!$C$7:$C$9</c:f>
              <c:numCache>
                <c:formatCode>_-[$$-409]* #,##0.00_ ;_-[$$-409]* \-#,##0.00\ ;_-[$$-409]* "-"??_ ;_-@_ </c:formatCode>
                <c:ptCount val="2"/>
                <c:pt idx="0">
                  <c:v>969.46</c:v>
                </c:pt>
                <c:pt idx="1">
                  <c:v>416.14</c:v>
                </c:pt>
              </c:numCache>
            </c:numRef>
          </c:val>
          <c:extLst>
            <c:ext xmlns:c16="http://schemas.microsoft.com/office/drawing/2014/chart" uri="{C3380CC4-5D6E-409C-BE32-E72D297353CC}">
              <c16:uniqueId val="{00000001-5340-496E-B5BD-97964E82507B}"/>
            </c:ext>
          </c:extLst>
        </c:ser>
        <c:ser>
          <c:idx val="2"/>
          <c:order val="2"/>
          <c:tx>
            <c:strRef>
              <c:f>'Channel+Campaign'!$D$5:$D$6</c:f>
              <c:strCache>
                <c:ptCount val="1"/>
                <c:pt idx="0">
                  <c:v>Web Banner</c:v>
                </c:pt>
              </c:strCache>
            </c:strRef>
          </c:tx>
          <c:spPr>
            <a:solidFill>
              <a:schemeClr val="accent3"/>
            </a:solidFill>
            <a:ln>
              <a:noFill/>
            </a:ln>
            <a:effectLst/>
            <a:sp3d/>
          </c:spPr>
          <c:invertIfNegative val="0"/>
          <c:cat>
            <c:strRef>
              <c:f>'Channel+Campaign'!$A$7:$A$9</c:f>
              <c:strCache>
                <c:ptCount val="2"/>
                <c:pt idx="0">
                  <c:v>A</c:v>
                </c:pt>
                <c:pt idx="1">
                  <c:v>B</c:v>
                </c:pt>
              </c:strCache>
            </c:strRef>
          </c:cat>
          <c:val>
            <c:numRef>
              <c:f>'Channel+Campaign'!$D$7:$D$9</c:f>
              <c:numCache>
                <c:formatCode>_-[$$-409]* #,##0.00_ ;_-[$$-409]* \-#,##0.00\ ;_-[$$-409]* "-"??_ ;_-@_ </c:formatCode>
                <c:ptCount val="2"/>
                <c:pt idx="0">
                  <c:v>633.06000000000006</c:v>
                </c:pt>
                <c:pt idx="1">
                  <c:v>318.92000000000007</c:v>
                </c:pt>
              </c:numCache>
            </c:numRef>
          </c:val>
          <c:extLst>
            <c:ext xmlns:c16="http://schemas.microsoft.com/office/drawing/2014/chart" uri="{C3380CC4-5D6E-409C-BE32-E72D297353CC}">
              <c16:uniqueId val="{00000002-5340-496E-B5BD-97964E82507B}"/>
            </c:ext>
          </c:extLst>
        </c:ser>
        <c:dLbls>
          <c:showLegendKey val="0"/>
          <c:showVal val="0"/>
          <c:showCatName val="0"/>
          <c:showSerName val="0"/>
          <c:showPercent val="0"/>
          <c:showBubbleSize val="0"/>
        </c:dLbls>
        <c:gapWidth val="150"/>
        <c:shape val="box"/>
        <c:axId val="1708801664"/>
        <c:axId val="1708775264"/>
        <c:axId val="0"/>
      </c:bar3DChart>
      <c:catAx>
        <c:axId val="1708801664"/>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PK"/>
          </a:p>
        </c:txPr>
        <c:crossAx val="1708775264"/>
        <c:crosses val="autoZero"/>
        <c:auto val="1"/>
        <c:lblAlgn val="ctr"/>
        <c:lblOffset val="100"/>
        <c:noMultiLvlLbl val="0"/>
      </c:catAx>
      <c:valAx>
        <c:axId val="1708775264"/>
        <c:scaling>
          <c:orientation val="minMax"/>
        </c:scaling>
        <c:delete val="0"/>
        <c:axPos val="b"/>
        <c:majorGridlines>
          <c:spPr>
            <a:ln w="9525" cap="flat" cmpd="sng" algn="ctr">
              <a:solidFill>
                <a:schemeClr val="tx1">
                  <a:lumMod val="15000"/>
                  <a:lumOff val="85000"/>
                </a:schemeClr>
              </a:solidFill>
              <a:round/>
            </a:ln>
            <a:effectLst/>
          </c:spPr>
        </c:majorGridlines>
        <c:numFmt formatCode="_-[$$-409]* #,##0.00_ ;_-[$$-409]* \-#,##0.00\ ;_-[$$-409]* &quot;-&quot;??_ ;_-@_ "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PK"/>
          </a:p>
        </c:txPr>
        <c:crossAx val="1708801664"/>
        <c:crosses val="autoZero"/>
        <c:crossBetween val="between"/>
      </c:valAx>
      <c:spPr>
        <a:noFill/>
        <a:ln>
          <a:noFill/>
        </a:ln>
        <a:effectLst/>
      </c:spPr>
    </c:plotArea>
    <c:legend>
      <c:legendPos val="r"/>
      <c:legendEntry>
        <c:idx val="0"/>
        <c:txPr>
          <a:bodyPr rot="0" spcFirstLastPara="1" vertOverflow="ellipsis" vert="horz" wrap="square" anchor="ctr" anchorCtr="1"/>
          <a:lstStyle/>
          <a:p>
            <a:pPr>
              <a:defRPr sz="1200" b="0" i="0" u="none" strike="noStrike" kern="1200" baseline="0">
                <a:solidFill>
                  <a:schemeClr val="tx1">
                    <a:lumMod val="50000"/>
                  </a:schemeClr>
                </a:solidFill>
                <a:latin typeface="+mn-lt"/>
                <a:ea typeface="+mn-ea"/>
                <a:cs typeface="+mn-cs"/>
              </a:defRPr>
            </a:pPr>
            <a:endParaRPr lang="en-PK"/>
          </a:p>
        </c:txPr>
      </c:legendEntry>
      <c:legendEntry>
        <c:idx val="1"/>
        <c:txPr>
          <a:bodyPr rot="0" spcFirstLastPara="1" vertOverflow="ellipsis" vert="horz" wrap="square" anchor="ctr" anchorCtr="1"/>
          <a:lstStyle/>
          <a:p>
            <a:pPr>
              <a:defRPr sz="1050" b="0" i="0" u="none" strike="noStrike" kern="1200" baseline="0">
                <a:solidFill>
                  <a:schemeClr val="tx1">
                    <a:lumMod val="50000"/>
                  </a:schemeClr>
                </a:solidFill>
                <a:latin typeface="+mn-lt"/>
                <a:ea typeface="+mn-ea"/>
                <a:cs typeface="+mn-cs"/>
              </a:defRPr>
            </a:pPr>
            <a:endParaRPr lang="en-PK"/>
          </a:p>
        </c:txPr>
      </c:legendEntry>
      <c:legendEntry>
        <c:idx val="2"/>
        <c:txPr>
          <a:bodyPr rot="0" spcFirstLastPara="1" vertOverflow="ellipsis" vert="horz" wrap="square" anchor="ctr" anchorCtr="1"/>
          <a:lstStyle/>
          <a:p>
            <a:pPr>
              <a:defRPr sz="1050" b="0" i="0" u="none" strike="noStrike" kern="1200" baseline="0">
                <a:solidFill>
                  <a:schemeClr val="bg2">
                    <a:lumMod val="10000"/>
                  </a:schemeClr>
                </a:solidFill>
                <a:latin typeface="+mn-lt"/>
                <a:ea typeface="+mn-ea"/>
                <a:cs typeface="+mn-cs"/>
              </a:defRPr>
            </a:pPr>
            <a:endParaRPr lang="en-PK"/>
          </a:p>
        </c:txPr>
      </c:legendEntry>
      <c:layout>
        <c:manualLayout>
          <c:xMode val="edge"/>
          <c:yMode val="edge"/>
          <c:x val="0.69515022351153677"/>
          <c:y val="2.5926066433644094E-2"/>
          <c:w val="0.27123784876631329"/>
          <c:h val="0.33545165807272098"/>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PK"/>
        </a:p>
      </c:txPr>
    </c:legend>
    <c:plotVisOnly val="1"/>
    <c:dispBlanksAs val="zero"/>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PK"/>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[Campaign_Data_Completed Task1.xlsx]Channel+Campaign!PivotTable1</c:name>
    <c:fmtId val="90"/>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PK"/>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'Channel+Campaign'!$B$5:$B$6</c:f>
              <c:strCache>
                <c:ptCount val="1"/>
                <c:pt idx="0">
                  <c:v>Email</c:v>
                </c:pt>
              </c:strCache>
            </c:strRef>
          </c:tx>
          <c:spPr>
            <a:solidFill>
              <a:schemeClr val="accent1"/>
            </a:solidFill>
            <a:ln>
              <a:noFill/>
            </a:ln>
            <a:effectLst/>
          </c:spPr>
          <c:invertIfNegative val="0"/>
          <c:cat>
            <c:strRef>
              <c:f>'Channel+Campaign'!$A$7:$A$8</c:f>
              <c:strCache>
                <c:ptCount val="1"/>
                <c:pt idx="0">
                  <c:v>A</c:v>
                </c:pt>
              </c:strCache>
            </c:strRef>
          </c:cat>
          <c:val>
            <c:numRef>
              <c:f>'Channel+Campaign'!$B$7:$B$8</c:f>
              <c:numCache>
                <c:formatCode>_-[$$-409]* #,##0.00_ ;_-[$$-409]* \-#,##0.00\ ;_-[$$-409]* "-"??_ ;_-@_ </c:formatCode>
                <c:ptCount val="1"/>
                <c:pt idx="0">
                  <c:v>2124.4699999999998</c:v>
                </c:pt>
              </c:numCache>
            </c:numRef>
          </c:val>
          <c:extLst>
            <c:ext xmlns:c16="http://schemas.microsoft.com/office/drawing/2014/chart" uri="{C3380CC4-5D6E-409C-BE32-E72D297353CC}">
              <c16:uniqueId val="{00000000-EFD6-4225-AF75-65276730CF84}"/>
            </c:ext>
          </c:extLst>
        </c:ser>
        <c:dLbls>
          <c:showLegendKey val="0"/>
          <c:showVal val="0"/>
          <c:showCatName val="0"/>
          <c:showSerName val="0"/>
          <c:showPercent val="0"/>
          <c:showBubbleSize val="0"/>
        </c:dLbls>
        <c:gapWidth val="150"/>
        <c:axId val="1894627168"/>
        <c:axId val="1894628608"/>
      </c:barChart>
      <c:catAx>
        <c:axId val="1894627168"/>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PK"/>
          </a:p>
        </c:txPr>
        <c:crossAx val="1894628608"/>
        <c:crosses val="autoZero"/>
        <c:auto val="1"/>
        <c:lblAlgn val="ctr"/>
        <c:lblOffset val="100"/>
        <c:noMultiLvlLbl val="0"/>
      </c:catAx>
      <c:valAx>
        <c:axId val="1894628608"/>
        <c:scaling>
          <c:orientation val="minMax"/>
        </c:scaling>
        <c:delete val="0"/>
        <c:axPos val="l"/>
        <c:majorGridlines>
          <c:spPr>
            <a:ln w="9525" cap="flat" cmpd="sng" algn="ctr">
              <a:solidFill>
                <a:schemeClr val="tx1">
                  <a:lumMod val="15000"/>
                  <a:lumOff val="85000"/>
                </a:schemeClr>
              </a:solidFill>
              <a:round/>
            </a:ln>
            <a:effectLst/>
          </c:spPr>
        </c:majorGridlines>
        <c:numFmt formatCode="_-[$$-409]* #,##0.00_ ;_-[$$-409]* \-#,##0.00\ ;_-[$$-409]* &quot;-&quot;??_ ;_-@_ "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PK"/>
          </a:p>
        </c:txPr>
        <c:crossAx val="1894627168"/>
        <c:crosses val="autoZero"/>
        <c:crossBetween val="between"/>
      </c:valAx>
      <c:spPr>
        <a:noFill/>
        <a:ln>
          <a:solidFill>
            <a:schemeClr val="accent3">
              <a:lumMod val="75000"/>
            </a:schemeClr>
          </a:solidFill>
        </a:ln>
        <a:effectLst/>
      </c:spPr>
    </c:plotArea>
    <c:legend>
      <c:legendPos val="r"/>
      <c:overlay val="0"/>
      <c:spPr>
        <a:noFill/>
        <a:ln>
          <a:noFill/>
        </a:ln>
        <a:effectLst/>
      </c:spPr>
      <c:txPr>
        <a:bodyPr rot="0" spcFirstLastPara="1" vertOverflow="ellipsis" vert="horz" wrap="square" anchor="ctr" anchorCtr="1"/>
        <a:lstStyle/>
        <a:p>
          <a:pPr>
            <a:defRPr sz="1100" b="0" i="0" u="none" strike="noStrike" kern="1200" baseline="0">
              <a:solidFill>
                <a:schemeClr val="bg2">
                  <a:lumMod val="10000"/>
                </a:schemeClr>
              </a:solidFill>
              <a:latin typeface="+mn-lt"/>
              <a:ea typeface="+mn-ea"/>
              <a:cs typeface="+mn-cs"/>
            </a:defRPr>
          </a:pPr>
          <a:endParaRPr lang="en-PK"/>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PK"/>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8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7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ln w="9525" cap="flat" cmpd="sng" algn="ctr">
        <a:solidFill>
          <a:schemeClr val="tx1">
            <a:lumMod val="15000"/>
            <a:lumOff val="85000"/>
          </a:schemeClr>
        </a:solidFill>
        <a:round/>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8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3"/>
            <a:ext cx="3011699" cy="463408"/>
          </a:xfrm>
          <a:prstGeom prst="rect">
            <a:avLst/>
          </a:prstGeom>
        </p:spPr>
        <p:txBody>
          <a:bodyPr vert="horz" lIns="92492" tIns="46246" rIns="92492" bIns="46246" rtlCol="0"/>
          <a:lstStyle>
            <a:lvl1pPr algn="l">
              <a:defRPr sz="1200"/>
            </a:lvl1pPr>
          </a:lstStyle>
          <a:p>
            <a:endParaRPr lang="en-US" sz="800" dirty="0"/>
          </a:p>
        </p:txBody>
      </p:sp>
      <p:sp>
        <p:nvSpPr>
          <p:cNvPr id="3" name="Date Placeholder 2"/>
          <p:cNvSpPr>
            <a:spLocks noGrp="1"/>
          </p:cNvSpPr>
          <p:nvPr>
            <p:ph type="dt" sz="quarter" idx="1"/>
          </p:nvPr>
        </p:nvSpPr>
        <p:spPr>
          <a:xfrm>
            <a:off x="3936770" y="3"/>
            <a:ext cx="3011699" cy="463408"/>
          </a:xfrm>
          <a:prstGeom prst="rect">
            <a:avLst/>
          </a:prstGeom>
        </p:spPr>
        <p:txBody>
          <a:bodyPr vert="horz" lIns="92492" tIns="46246" rIns="92492" bIns="46246" rtlCol="0"/>
          <a:lstStyle>
            <a:lvl1pPr algn="r">
              <a:defRPr sz="1200"/>
            </a:lvl1pPr>
          </a:lstStyle>
          <a:p>
            <a:fld id="{57691E93-EF64-46CC-85E2-BBB5BEDB9501}" type="datetimeFigureOut">
              <a:rPr lang="en-US" sz="800"/>
              <a:t>5/18/2026</a:t>
            </a:fld>
            <a:endParaRPr lang="en-US" sz="800" dirty="0"/>
          </a:p>
        </p:txBody>
      </p:sp>
      <p:sp>
        <p:nvSpPr>
          <p:cNvPr id="4" name="Footer Placeholder 3"/>
          <p:cNvSpPr>
            <a:spLocks noGrp="1"/>
          </p:cNvSpPr>
          <p:nvPr>
            <p:ph type="ftr" sz="quarter" idx="2"/>
          </p:nvPr>
        </p:nvSpPr>
        <p:spPr>
          <a:xfrm>
            <a:off x="2" y="8772671"/>
            <a:ext cx="3011699" cy="463407"/>
          </a:xfrm>
          <a:prstGeom prst="rect">
            <a:avLst/>
          </a:prstGeom>
        </p:spPr>
        <p:txBody>
          <a:bodyPr vert="horz" lIns="92492" tIns="46246" rIns="92492" bIns="46246" rtlCol="0" anchor="b"/>
          <a:lstStyle>
            <a:lvl1pPr algn="l">
              <a:defRPr sz="1200"/>
            </a:lvl1pPr>
          </a:lstStyle>
          <a:p>
            <a:endParaRPr lang="en-US" sz="800" dirty="0"/>
          </a:p>
        </p:txBody>
      </p:sp>
      <p:sp>
        <p:nvSpPr>
          <p:cNvPr id="5" name="Slide Number Placeholder 4"/>
          <p:cNvSpPr>
            <a:spLocks noGrp="1"/>
          </p:cNvSpPr>
          <p:nvPr>
            <p:ph type="sldNum" sz="quarter" idx="3"/>
          </p:nvPr>
        </p:nvSpPr>
        <p:spPr>
          <a:xfrm>
            <a:off x="3936770" y="8772671"/>
            <a:ext cx="3011699" cy="463407"/>
          </a:xfrm>
          <a:prstGeom prst="rect">
            <a:avLst/>
          </a:prstGeom>
        </p:spPr>
        <p:txBody>
          <a:bodyPr vert="horz" lIns="92492" tIns="46246" rIns="92492" bIns="46246" rtlCol="0" anchor="b"/>
          <a:lstStyle>
            <a:lvl1pPr algn="r">
              <a:defRPr sz="1200"/>
            </a:lvl1pPr>
          </a:lstStyle>
          <a:p>
            <a:fld id="{3DCECA85-2A7A-423F-89EA-6868CB52DF19}" type="slidenum">
              <a:rPr lang="en-US" sz="800"/>
              <a:t>‹#›</a:t>
            </a:fld>
            <a:endParaRPr lang="en-US" sz="800" dirty="0"/>
          </a:p>
        </p:txBody>
      </p:sp>
    </p:spTree>
    <p:extLst>
      <p:ext uri="{BB962C8B-B14F-4D97-AF65-F5344CB8AC3E}">
        <p14:creationId xmlns:p14="http://schemas.microsoft.com/office/powerpoint/2010/main" val="17093775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5" name="Rectangle 54"/>
          <p:cNvSpPr/>
          <p:nvPr/>
        </p:nvSpPr>
        <p:spPr>
          <a:xfrm>
            <a:off x="0" y="4410720"/>
            <a:ext cx="6948467" cy="482535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2492" tIns="46246" rIns="92492" bIns="46246" rtlCol="0" anchor="ctr"/>
          <a:lstStyle/>
          <a:p>
            <a:pPr algn="ctr"/>
            <a:endParaRPr lang="en-US" dirty="0"/>
          </a:p>
        </p:txBody>
      </p:sp>
      <p:sp>
        <p:nvSpPr>
          <p:cNvPr id="2" name="Header Placeholder 1"/>
          <p:cNvSpPr>
            <a:spLocks noGrp="1"/>
          </p:cNvSpPr>
          <p:nvPr>
            <p:ph type="hdr" sz="quarter"/>
          </p:nvPr>
        </p:nvSpPr>
        <p:spPr>
          <a:xfrm>
            <a:off x="82427" y="3"/>
            <a:ext cx="2929274" cy="463408"/>
          </a:xfrm>
          <a:prstGeom prst="rect">
            <a:avLst/>
          </a:prstGeom>
        </p:spPr>
        <p:txBody>
          <a:bodyPr vert="horz" lIns="92492" tIns="46246" rIns="92492" bIns="46246" rtlCol="0"/>
          <a:lstStyle>
            <a:lvl1pPr algn="l">
              <a:defRPr sz="1400"/>
            </a:lvl1pPr>
          </a:lstStyle>
          <a:p>
            <a:endParaRPr lang="en-US" dirty="0"/>
          </a:p>
        </p:txBody>
      </p:sp>
      <p:sp>
        <p:nvSpPr>
          <p:cNvPr id="4" name="Slide Image Placeholder 3"/>
          <p:cNvSpPr>
            <a:spLocks noGrp="1" noRot="1" noChangeAspect="1"/>
          </p:cNvSpPr>
          <p:nvPr>
            <p:ph type="sldImg" idx="2"/>
          </p:nvPr>
        </p:nvSpPr>
        <p:spPr>
          <a:xfrm>
            <a:off x="156103" y="575009"/>
            <a:ext cx="6620256" cy="3724113"/>
          </a:xfrm>
          <a:prstGeom prst="rect">
            <a:avLst/>
          </a:prstGeom>
          <a:noFill/>
          <a:ln w="9525">
            <a:solidFill>
              <a:schemeClr val="bg2"/>
            </a:solidFill>
          </a:ln>
        </p:spPr>
        <p:txBody>
          <a:bodyPr vert="horz" lIns="92492" tIns="46246" rIns="92492" bIns="46246" rtlCol="0" anchor="ctr"/>
          <a:lstStyle/>
          <a:p>
            <a:endParaRPr lang="en-US" dirty="0"/>
          </a:p>
        </p:txBody>
      </p:sp>
      <p:sp>
        <p:nvSpPr>
          <p:cNvPr id="6" name="Footer Placeholder 5"/>
          <p:cNvSpPr>
            <a:spLocks noGrp="1"/>
          </p:cNvSpPr>
          <p:nvPr>
            <p:ph type="ftr" sz="quarter" idx="4"/>
          </p:nvPr>
        </p:nvSpPr>
        <p:spPr>
          <a:xfrm>
            <a:off x="82427" y="8744096"/>
            <a:ext cx="2929274" cy="463407"/>
          </a:xfrm>
          <a:prstGeom prst="rect">
            <a:avLst/>
          </a:prstGeom>
        </p:spPr>
        <p:txBody>
          <a:bodyPr vert="horz" lIns="92492" tIns="46246" rIns="92492" bIns="46246" rtlCol="0" anchor="b"/>
          <a:lstStyle>
            <a:lvl1pPr algn="l">
              <a:defRPr sz="1400"/>
            </a:lvl1pPr>
          </a:lstStyle>
          <a:p>
            <a:endParaRPr lang="en-US" dirty="0"/>
          </a:p>
        </p:txBody>
      </p:sp>
      <p:sp>
        <p:nvSpPr>
          <p:cNvPr id="7" name="Slide Number Placeholder 6"/>
          <p:cNvSpPr>
            <a:spLocks noGrp="1"/>
          </p:cNvSpPr>
          <p:nvPr>
            <p:ph type="sldNum" sz="quarter" idx="5"/>
          </p:nvPr>
        </p:nvSpPr>
        <p:spPr>
          <a:xfrm>
            <a:off x="3936770" y="8744096"/>
            <a:ext cx="2919957" cy="463407"/>
          </a:xfrm>
          <a:prstGeom prst="rect">
            <a:avLst/>
          </a:prstGeom>
        </p:spPr>
        <p:txBody>
          <a:bodyPr vert="horz" lIns="92492" tIns="46246" rIns="92492" bIns="46246" rtlCol="0" anchor="b"/>
          <a:lstStyle>
            <a:lvl1pPr algn="r">
              <a:defRPr sz="1400"/>
            </a:lvl1pPr>
          </a:lstStyle>
          <a:p>
            <a:r>
              <a:rPr lang="en-US" dirty="0"/>
              <a:t>Notes view: </a:t>
            </a:r>
            <a:fld id="{128CEAFE-FA94-43E5-B0FF-D47E1CCDD1B4}" type="slidenum">
              <a:rPr lang="en-US" smtClean="0"/>
              <a:pPr/>
              <a:t>‹#›</a:t>
            </a:fld>
            <a:endParaRPr lang="en-US" dirty="0"/>
          </a:p>
        </p:txBody>
      </p:sp>
      <p:sp>
        <p:nvSpPr>
          <p:cNvPr id="5" name="Notes Placeholder 4"/>
          <p:cNvSpPr>
            <a:spLocks noGrp="1"/>
          </p:cNvSpPr>
          <p:nvPr>
            <p:ph type="body" sz="quarter" idx="3"/>
          </p:nvPr>
        </p:nvSpPr>
        <p:spPr>
          <a:xfrm>
            <a:off x="259519" y="4714653"/>
            <a:ext cx="6413424" cy="3768947"/>
          </a:xfrm>
          <a:prstGeom prst="rect">
            <a:avLst/>
          </a:prstGeom>
        </p:spPr>
        <p:txBody>
          <a:bodyPr vert="horz" lIns="92492" tIns="46246" rIns="92492" bIns="46246"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p:cNvSpPr>
            <a:spLocks noGrp="1"/>
          </p:cNvSpPr>
          <p:nvPr>
            <p:ph type="dt" idx="1"/>
          </p:nvPr>
        </p:nvSpPr>
        <p:spPr>
          <a:xfrm>
            <a:off x="3937000" y="0"/>
            <a:ext cx="3011488" cy="463550"/>
          </a:xfrm>
          <a:prstGeom prst="rect">
            <a:avLst/>
          </a:prstGeom>
        </p:spPr>
        <p:txBody>
          <a:bodyPr vert="horz" lIns="91440" tIns="45720" rIns="91440" bIns="45720" rtlCol="0"/>
          <a:lstStyle>
            <a:lvl1pPr algn="r">
              <a:defRPr sz="1200"/>
            </a:lvl1pPr>
          </a:lstStyle>
          <a:p>
            <a:fld id="{F2C7CF5F-7CF3-4DF3-838A-EE34544862CC}" type="datetimeFigureOut">
              <a:rPr lang="en-US" smtClean="0"/>
              <a:t>5/18/2026</a:t>
            </a:fld>
            <a:endParaRPr lang="en-US"/>
          </a:p>
        </p:txBody>
      </p:sp>
    </p:spTree>
    <p:extLst>
      <p:ext uri="{BB962C8B-B14F-4D97-AF65-F5344CB8AC3E}">
        <p14:creationId xmlns:p14="http://schemas.microsoft.com/office/powerpoint/2010/main" val="4173362221"/>
      </p:ext>
    </p:extLst>
  </p:cSld>
  <p:clrMap bg1="lt1" tx1="dk1" bg2="lt2" tx2="dk2" accent1="accent1" accent2="accent2" accent3="accent3" accent4="accent4" accent5="accent5" accent6="accent6" hlink="hlink" folHlink="folHlink"/>
  <p:notesStyle>
    <a:lvl1pPr marL="0" indent="0" algn="l" defTabSz="914400" rtl="0" eaLnBrk="1" latinLnBrk="0" hangingPunct="1">
      <a:spcAft>
        <a:spcPts val="600"/>
      </a:spcAft>
      <a:buFont typeface="Arial" panose="020B0604020202020204" pitchFamily="34" charset="0"/>
      <a:buChar char="​"/>
      <a:defRPr sz="1200" kern="1200">
        <a:solidFill>
          <a:schemeClr val="tx1"/>
        </a:solidFill>
        <a:latin typeface="+mn-lt"/>
        <a:ea typeface="+mn-ea"/>
        <a:cs typeface="+mn-cs"/>
      </a:defRPr>
    </a:lvl1pPr>
    <a:lvl2pPr marL="114300" indent="-114300" algn="l" defTabSz="914400" rtl="0" eaLnBrk="1" latinLnBrk="0" hangingPunct="1">
      <a:spcAft>
        <a:spcPts val="600"/>
      </a:spcAft>
      <a:buFont typeface="Arial" panose="020B0604020202020204" pitchFamily="34" charset="0"/>
      <a:buChar char="•"/>
      <a:defRPr sz="1200" kern="1200">
        <a:solidFill>
          <a:schemeClr val="tx1"/>
        </a:solidFill>
        <a:latin typeface="+mn-lt"/>
        <a:ea typeface="+mn-ea"/>
        <a:cs typeface="+mn-cs"/>
      </a:defRPr>
    </a:lvl2pPr>
    <a:lvl3pPr marL="228600" indent="-114300" algn="l" defTabSz="914400" rtl="0" eaLnBrk="1" latinLnBrk="0" hangingPunct="1">
      <a:spcAft>
        <a:spcPts val="600"/>
      </a:spcAft>
      <a:buClr>
        <a:schemeClr val="tx2"/>
      </a:buClr>
      <a:buFont typeface="Arial" panose="020B0604020202020204" pitchFamily="34" charset="0"/>
      <a:buChar char="•"/>
      <a:defRPr sz="1200" kern="1200">
        <a:solidFill>
          <a:schemeClr val="tx1"/>
        </a:solidFill>
        <a:latin typeface="+mn-lt"/>
        <a:ea typeface="+mn-ea"/>
        <a:cs typeface="+mn-cs"/>
      </a:defRPr>
    </a:lvl3pPr>
    <a:lvl4pPr marL="514350" indent="-114300" algn="l" defTabSz="914400" rtl="0" eaLnBrk="1" latinLnBrk="0" hangingPunct="1">
      <a:spcAft>
        <a:spcPts val="600"/>
      </a:spcAft>
      <a:buFont typeface="Arial" panose="020B0604020202020204" pitchFamily="34" charset="0"/>
      <a:buChar char="•"/>
      <a:defRPr sz="1000" kern="1200">
        <a:solidFill>
          <a:schemeClr val="tx1"/>
        </a:solidFill>
        <a:latin typeface="+mn-lt"/>
        <a:ea typeface="+mn-ea"/>
        <a:cs typeface="+mn-cs"/>
      </a:defRPr>
    </a:lvl4pPr>
    <a:lvl5pPr marL="685800" indent="-114300" algn="l" defTabSz="914400" rtl="0" eaLnBrk="1" latinLnBrk="0" hangingPunct="1">
      <a:spcAft>
        <a:spcPts val="600"/>
      </a:spcAft>
      <a:buClr>
        <a:schemeClr val="tx2"/>
      </a:buClr>
      <a:buFont typeface="Arial" panose="020B0604020202020204" pitchFamily="34" charset="0"/>
      <a:buChar char="•"/>
      <a:defRPr sz="1000" i="1"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910" userDrawn="1">
          <p15:clr>
            <a:srgbClr val="F26B43"/>
          </p15:clr>
        </p15:guide>
        <p15:guide id="2" pos="2189" userDrawn="1">
          <p15:clr>
            <a:srgbClr val="F26B43"/>
          </p15:clr>
        </p15:guide>
      </p15:sldGuideLst>
    </p:ext>
  </p:extLst>
</p:notesMaster>
</file>

<file path=ppt/slideLayouts/_rels/slideLayout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tags" Target="../tags/tag5.xml"/><Relationship Id="rId7" Type="http://schemas.openxmlformats.org/officeDocument/2006/relationships/image" Target="../media/image2.emf"/><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oleObject" Target="../embeddings/oleObject2.bin"/><Relationship Id="rId5" Type="http://schemas.openxmlformats.org/officeDocument/2006/relationships/slideMaster" Target="../slideMasters/slideMaster1.xml"/><Relationship Id="rId4" Type="http://schemas.openxmlformats.org/officeDocument/2006/relationships/tags" Target="../tags/tag6.xml"/><Relationship Id="rId9" Type="http://schemas.openxmlformats.org/officeDocument/2006/relationships/image" Target="../media/image4.jpg"/></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7.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8.xml"/></Relationships>
</file>

<file path=ppt/slideLayouts/_rels/slideLayout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9.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10.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1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12.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13.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1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15.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16.xml"/></Relationships>
</file>

<file path=ppt/slideLayouts/_rels/slideLayout14.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image" Target="../media/image8.png"/><Relationship Id="rId5" Type="http://schemas.openxmlformats.org/officeDocument/2006/relationships/image" Target="../media/image7.emf"/><Relationship Id="rId4" Type="http://schemas.openxmlformats.org/officeDocument/2006/relationships/oleObject" Target="../embeddings/oleObject3.bin"/></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19.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20.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2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2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23.xml"/></Relationships>
</file>

<file path=ppt/slideLayouts/_rels/slideLayout20.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4.xml"/></Relationships>
</file>

<file path=ppt/slideLayouts/_rels/slideLayout2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5.xml"/></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26.xml"/><Relationship Id="rId5" Type="http://schemas.openxmlformats.org/officeDocument/2006/relationships/image" Target="../media/image9.png"/><Relationship Id="rId4" Type="http://schemas.openxmlformats.org/officeDocument/2006/relationships/image" Target="../media/image7.emf"/></Relationships>
</file>

<file path=ppt/slideLayouts/_rels/slideLayout2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7.xml"/></Relationships>
</file>

<file path=ppt/slideLayouts/_rels/slideLayout24.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8.xml"/></Relationships>
</file>

<file path=ppt/slideLayouts/_rels/slideLayout2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9.xml"/></Relationships>
</file>

<file path=ppt/slideLayouts/_rels/slideLayout26.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0.xml"/></Relationships>
</file>

<file path=ppt/slideLayouts/_rels/slideLayout27.xml.rels><?xml version="1.0" encoding="UTF-8" standalone="yes"?>
<Relationships xmlns="http://schemas.openxmlformats.org/package/2006/relationships"><Relationship Id="rId3" Type="http://schemas.openxmlformats.org/officeDocument/2006/relationships/tags" Target="../tags/tag33.xml"/><Relationship Id="rId7" Type="http://schemas.openxmlformats.org/officeDocument/2006/relationships/image" Target="../media/image4.jpg"/><Relationship Id="rId2" Type="http://schemas.openxmlformats.org/officeDocument/2006/relationships/tags" Target="../tags/tag32.xml"/><Relationship Id="rId1" Type="http://schemas.openxmlformats.org/officeDocument/2006/relationships/tags" Target="../tags/tag31.xml"/><Relationship Id="rId6" Type="http://schemas.openxmlformats.org/officeDocument/2006/relationships/image" Target="../media/image2.emf"/><Relationship Id="rId5" Type="http://schemas.openxmlformats.org/officeDocument/2006/relationships/oleObject" Target="../embeddings/oleObject4.bin"/><Relationship Id="rId4"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4.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tags" Target="../tags/tag37.xml"/><Relationship Id="rId7" Type="http://schemas.openxmlformats.org/officeDocument/2006/relationships/image" Target="../media/image2.emf"/><Relationship Id="rId2" Type="http://schemas.openxmlformats.org/officeDocument/2006/relationships/tags" Target="../tags/tag36.xml"/><Relationship Id="rId1" Type="http://schemas.openxmlformats.org/officeDocument/2006/relationships/tags" Target="../tags/tag35.xml"/><Relationship Id="rId6" Type="http://schemas.openxmlformats.org/officeDocument/2006/relationships/oleObject" Target="../embeddings/oleObject5.bin"/><Relationship Id="rId5" Type="http://schemas.openxmlformats.org/officeDocument/2006/relationships/slideMaster" Target="../slideMasters/slideMaster1.xml"/><Relationship Id="rId4" Type="http://schemas.openxmlformats.org/officeDocument/2006/relationships/tags" Target="../tags/tag38.xml"/><Relationship Id="rId9" Type="http://schemas.openxmlformats.org/officeDocument/2006/relationships/image" Target="../media/image4.jpg"/></Relationships>
</file>

<file path=ppt/slideLayouts/_rels/slideLayout30.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9.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0.xml"/></Relationships>
</file>

<file path=ppt/slideLayouts/_rels/slideLayout3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4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43.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44.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45.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46.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47.xml"/></Relationships>
</file>

<file path=ppt/slideLayouts/_rels/slideLayout4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9.xml"/><Relationship Id="rId1" Type="http://schemas.openxmlformats.org/officeDocument/2006/relationships/tags" Target="../tags/tag48.xml"/><Relationship Id="rId6" Type="http://schemas.openxmlformats.org/officeDocument/2006/relationships/image" Target="../media/image5.png"/><Relationship Id="rId5" Type="http://schemas.openxmlformats.org/officeDocument/2006/relationships/image" Target="../media/image7.emf"/><Relationship Id="rId4" Type="http://schemas.openxmlformats.org/officeDocument/2006/relationships/oleObject" Target="../embeddings/oleObject3.bin"/></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50.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Master" Target="../slideMasters/slideMaster1.xml"/><Relationship Id="rId1" Type="http://schemas.openxmlformats.org/officeDocument/2006/relationships/tags" Target="../tags/tag5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52.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53.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54.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55.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56.xml"/></Relationships>
</file>

<file path=ppt/slideLayouts/_rels/slideLayout49.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7.xml"/></Relationships>
</file>

<file path=ppt/slideLayouts/_rels/slideLayout50.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8.xml"/></Relationships>
</file>

<file path=ppt/slideLayouts/_rels/slideLayout5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59.xml"/><Relationship Id="rId5" Type="http://schemas.openxmlformats.org/officeDocument/2006/relationships/image" Target="../media/image9.png"/><Relationship Id="rId4" Type="http://schemas.openxmlformats.org/officeDocument/2006/relationships/image" Target="../media/image2.emf"/></Relationships>
</file>

<file path=ppt/slideLayouts/_rels/slideLayout5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0.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61.xml"/></Relationships>
</file>

<file path=ppt/slideLayouts/_rels/slideLayout54.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2.xml"/></Relationships>
</file>

<file path=ppt/slideLayouts/_rels/slideLayout5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3.xml"/></Relationships>
</file>

<file path=ppt/slideLayouts/_rels/slideLayout56.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4.xml"/></Relationships>
</file>

<file path=ppt/slideLayouts/_rels/slideLayout57.xml.rels><?xml version="1.0" encoding="UTF-8" standalone="yes"?>
<Relationships xmlns="http://schemas.openxmlformats.org/package/2006/relationships"><Relationship Id="rId3" Type="http://schemas.openxmlformats.org/officeDocument/2006/relationships/tags" Target="../tags/tag67.xml"/><Relationship Id="rId7" Type="http://schemas.openxmlformats.org/officeDocument/2006/relationships/image" Target="../media/image4.jpg"/><Relationship Id="rId2" Type="http://schemas.openxmlformats.org/officeDocument/2006/relationships/tags" Target="../tags/tag66.xml"/><Relationship Id="rId1" Type="http://schemas.openxmlformats.org/officeDocument/2006/relationships/tags" Target="../tags/tag65.xml"/><Relationship Id="rId6" Type="http://schemas.openxmlformats.org/officeDocument/2006/relationships/image" Target="../media/image2.emf"/><Relationship Id="rId5" Type="http://schemas.openxmlformats.org/officeDocument/2006/relationships/oleObject" Target="../embeddings/oleObject6.bin"/><Relationship Id="rId4"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8.xml"/></Relationships>
</file>

<file path=ppt/slideLayouts/_rels/slideLayout5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70.xml"/><Relationship Id="rId1" Type="http://schemas.openxmlformats.org/officeDocument/2006/relationships/tags" Target="../tags/tag69.xml"/><Relationship Id="rId5" Type="http://schemas.openxmlformats.org/officeDocument/2006/relationships/image" Target="../media/image1.emf"/><Relationship Id="rId4" Type="http://schemas.openxmlformats.org/officeDocument/2006/relationships/oleObject" Target="../embeddings/oleObject7.bin"/></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71.xml"/><Relationship Id="rId4" Type="http://schemas.openxmlformats.org/officeDocument/2006/relationships/image" Target="../media/image1.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1.xml"/><Relationship Id="rId1" Type="http://schemas.openxmlformats.org/officeDocument/2006/relationships/tags" Target="../tags/tag72.xml"/><Relationship Id="rId4" Type="http://schemas.openxmlformats.org/officeDocument/2006/relationships/image" Target="../media/image1.emf"/></Relationships>
</file>

<file path=ppt/slideLayouts/_rels/slideLayout62.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74.xml"/><Relationship Id="rId1" Type="http://schemas.openxmlformats.org/officeDocument/2006/relationships/tags" Target="../tags/tag73.xml"/><Relationship Id="rId6" Type="http://schemas.openxmlformats.org/officeDocument/2006/relationships/image" Target="../media/image3.png"/><Relationship Id="rId5" Type="http://schemas.openxmlformats.org/officeDocument/2006/relationships/image" Target="../media/image1.emf"/><Relationship Id="rId4" Type="http://schemas.openxmlformats.org/officeDocument/2006/relationships/oleObject" Target="../embeddings/oleObject10.bin"/></Relationships>
</file>

<file path=ppt/slideLayouts/_rels/slideLayout6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76.xml"/><Relationship Id="rId1" Type="http://schemas.openxmlformats.org/officeDocument/2006/relationships/tags" Target="../tags/tag75.xml"/><Relationship Id="rId5" Type="http://schemas.openxmlformats.org/officeDocument/2006/relationships/image" Target="../media/image1.emf"/><Relationship Id="rId4" Type="http://schemas.openxmlformats.org/officeDocument/2006/relationships/oleObject" Target="../embeddings/oleObject11.bin"/></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1.xml"/><Relationship Id="rId1" Type="http://schemas.openxmlformats.org/officeDocument/2006/relationships/tags" Target="../tags/tag77.xml"/><Relationship Id="rId4" Type="http://schemas.openxmlformats.org/officeDocument/2006/relationships/image" Target="../media/image1.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1.xml"/><Relationship Id="rId1" Type="http://schemas.openxmlformats.org/officeDocument/2006/relationships/tags" Target="../tags/tag78.xml"/><Relationship Id="rId4" Type="http://schemas.openxmlformats.org/officeDocument/2006/relationships/image" Target="../media/image1.emf"/></Relationships>
</file>

<file path=ppt/slideLayouts/_rels/slideLayout66.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80.xml"/><Relationship Id="rId1" Type="http://schemas.openxmlformats.org/officeDocument/2006/relationships/tags" Target="../tags/tag79.xml"/><Relationship Id="rId6" Type="http://schemas.openxmlformats.org/officeDocument/2006/relationships/image" Target="../media/image3.png"/><Relationship Id="rId5" Type="http://schemas.openxmlformats.org/officeDocument/2006/relationships/image" Target="../media/image1.emf"/><Relationship Id="rId4" Type="http://schemas.openxmlformats.org/officeDocument/2006/relationships/oleObject" Target="../embeddings/oleObject14.bin"/></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1.xml"/><Relationship Id="rId1" Type="http://schemas.openxmlformats.org/officeDocument/2006/relationships/tags" Target="../tags/tag81.xml"/><Relationship Id="rId5" Type="http://schemas.openxmlformats.org/officeDocument/2006/relationships/image" Target="../media/image5.png"/><Relationship Id="rId4" Type="http://schemas.openxmlformats.org/officeDocument/2006/relationships/image" Target="../media/image1.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extLst>
              <p:ext uri="{D42A27DB-BD31-4B8C-83A1-F6EECF244321}">
                <p14:modId xmlns:p14="http://schemas.microsoft.com/office/powerpoint/2010/main" val="39856122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6" imgW="384" imgH="384" progId="TCLayout.ActiveDocument.1">
                  <p:embed/>
                </p:oleObj>
              </mc:Choice>
              <mc:Fallback>
                <p:oleObj name="think-cell Slide" r:id="rId6" imgW="384" imgH="384" progId="TCLayout.ActiveDocument.1">
                  <p:embed/>
                  <p:pic>
                    <p:nvPicPr>
                      <p:cNvPr id="0" name=""/>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3" name="Rectangle 2"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a:extLst>
              <a:ext uri="{28A0092B-C50C-407E-A947-70E740481C1C}">
                <a14:useLocalDpi xmlns:a14="http://schemas.microsoft.com/office/drawing/2010/main" val="0"/>
              </a:ext>
            </a:extLst>
          </a:blip>
          <a:srcRect l="1731" t="8741" r="102" b="27"/>
          <a:stretch/>
        </p:blipFill>
        <p:spPr>
          <a:xfrm rot="16200000" flipH="1">
            <a:off x="8471921" y="1973272"/>
            <a:ext cx="580573" cy="6858000"/>
          </a:xfrm>
          <a:prstGeom prst="rect">
            <a:avLst/>
          </a:prstGeom>
        </p:spPr>
      </p:pic>
      <p:pic>
        <p:nvPicPr>
          <p:cNvPr id="15" name="TitleAndEndImages"/>
          <p:cNvPicPr>
            <a:picLocks noChangeAspect="1"/>
          </p:cNvPicPr>
          <p:nvPr userDrawn="1">
            <p:custDataLst>
              <p:tags r:id="rId3"/>
            </p:custDataLst>
          </p:nvPr>
        </p:nvPicPr>
        <p:blipFill rotWithShape="1">
          <a:blip r:embed="rId9">
            <a:extLst>
              <a:ext uri="{28A0092B-C50C-407E-A947-70E740481C1C}">
                <a14:useLocalDpi xmlns:a14="http://schemas.microsoft.com/office/drawing/2010/main" val="0"/>
              </a:ext>
            </a:extLst>
          </a:blip>
          <a:srcRect b="23056"/>
          <a:stretch/>
        </p:blipFill>
        <p:spPr>
          <a:xfrm flipH="1">
            <a:off x="0" y="0"/>
            <a:ext cx="12192000" cy="5276850"/>
          </a:xfrm>
          <a:prstGeom prst="rect">
            <a:avLst/>
          </a:prstGeom>
        </p:spPr>
      </p:pic>
      <p:sp>
        <p:nvSpPr>
          <p:cNvPr id="20" name="Picture Placeholder 8"/>
          <p:cNvSpPr>
            <a:spLocks noGrp="1"/>
          </p:cNvSpPr>
          <p:nvPr>
            <p:ph type="pic" sz="quarter" idx="13" hasCustomPrompt="1"/>
          </p:nvPr>
        </p:nvSpPr>
        <p:spPr>
          <a:xfrm>
            <a:off x="9366561" y="5570642"/>
            <a:ext cx="1867935" cy="896833"/>
          </a:xfrm>
          <a:prstGeom prst="rect">
            <a:avLst/>
          </a:prstGeom>
        </p:spPr>
        <p:txBody>
          <a:bodyPr anchor="b"/>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Logo</a:t>
            </a:r>
          </a:p>
        </p:txBody>
      </p:sp>
      <p:sp>
        <p:nvSpPr>
          <p:cNvPr id="21" name="Rectangle 20"/>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baseline="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a:prstGeom prst="rect">
            <a:avLst/>
          </a:prstGeom>
        </p:spPr>
        <p:txBody>
          <a:bodyPr anchor="b">
            <a:normAutofit/>
          </a:bodyPr>
          <a:lstStyle>
            <a:lvl1pPr algn="l">
              <a:lnSpc>
                <a:spcPct val="93000"/>
              </a:lnSpc>
              <a:defRPr sz="5400" baseline="0">
                <a:solidFill>
                  <a:schemeClr val="bg1"/>
                </a:solidFill>
                <a:latin typeface="+mj-lt"/>
                <a:sym typeface="Trebuchet MS" panose="020B0603020202020204" pitchFamily="34" charset="0"/>
              </a:defRPr>
            </a:lvl1pPr>
          </a:lstStyle>
          <a:p>
            <a:r>
              <a:rPr lang="en-US" dirty="0"/>
              <a:t>Title in Title Case</a:t>
            </a:r>
          </a:p>
        </p:txBody>
      </p:sp>
      <p:sp>
        <p:nvSpPr>
          <p:cNvPr id="33" name="Freeform 32"/>
          <p:cNvSpPr>
            <a:spLocks noChangeAspect="1"/>
          </p:cNvSpPr>
          <p:nvPr userDrawn="1">
            <p:custDataLst>
              <p:tags r:id="rId4"/>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1515183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bg2"/>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622800"/>
            <a:ext cx="109332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Tree>
    <p:extLst>
      <p:ext uri="{BB962C8B-B14F-4D97-AF65-F5344CB8AC3E}">
        <p14:creationId xmlns:p14="http://schemas.microsoft.com/office/powerpoint/2010/main" val="165731206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Text">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E4FFF-81B3-4CDA-B0A1-3363FFB22A6A}"/>
              </a:ext>
            </a:extLst>
          </p:cNvPr>
          <p:cNvSpPr>
            <a:spLocks noGrp="1"/>
          </p:cNvSpPr>
          <p:nvPr>
            <p:ph type="title" hasCustomPrompt="1"/>
          </p:nvPr>
        </p:nvSpPr>
        <p:spPr>
          <a:xfrm>
            <a:off x="630000" y="622800"/>
            <a:ext cx="10933350" cy="470898"/>
          </a:xfrm>
        </p:spPr>
        <p:txBody>
          <a:bodyPr/>
          <a:lstStyle>
            <a:lvl1pPr>
              <a:defRPr sz="3400"/>
            </a:lvl1pPr>
          </a:lstStyle>
          <a:p>
            <a:r>
              <a:rPr lang="en-US" dirty="0"/>
              <a:t>Click to add title</a:t>
            </a:r>
          </a:p>
        </p:txBody>
      </p:sp>
      <p:sp>
        <p:nvSpPr>
          <p:cNvPr id="8" name="Text Placeholder 7">
            <a:extLst>
              <a:ext uri="{FF2B5EF4-FFF2-40B4-BE49-F238E27FC236}">
                <a16:creationId xmlns:a16="http://schemas.microsoft.com/office/drawing/2014/main" id="{1F54B2F8-C51F-4566-BAC0-8A0C8E575488}"/>
              </a:ext>
            </a:extLst>
          </p:cNvPr>
          <p:cNvSpPr>
            <a:spLocks noGrp="1"/>
          </p:cNvSpPr>
          <p:nvPr>
            <p:ph type="body" sz="quarter" idx="10"/>
          </p:nvPr>
        </p:nvSpPr>
        <p:spPr>
          <a:xfrm>
            <a:off x="629399" y="2085628"/>
            <a:ext cx="10933801" cy="4089131"/>
          </a:xfrm>
        </p:spPr>
        <p:txBody>
          <a:bodyPr/>
          <a:lstStyle>
            <a:lvl1pPr>
              <a:lnSpc>
                <a:spcPct val="100000"/>
              </a:lnSpc>
              <a:spcBef>
                <a:spcPts val="0"/>
              </a:spcBef>
              <a:spcAft>
                <a:spcPts val="0"/>
              </a:spcAft>
              <a:defRPr sz="2000"/>
            </a:lvl1pPr>
            <a:lvl2pPr>
              <a:lnSpc>
                <a:spcPct val="100000"/>
              </a:lnSpc>
              <a:spcBef>
                <a:spcPts val="0"/>
              </a:spcBef>
              <a:spcAft>
                <a:spcPts val="0"/>
              </a:spcAft>
              <a:defRPr sz="2000"/>
            </a:lvl2pPr>
            <a:lvl3pPr>
              <a:lnSpc>
                <a:spcPct val="100000"/>
              </a:lnSpc>
              <a:spcBef>
                <a:spcPts val="0"/>
              </a:spcBef>
              <a:spcAft>
                <a:spcPts val="0"/>
              </a:spcAft>
              <a:defRPr sz="2000"/>
            </a:lvl3pPr>
            <a:lvl4pPr>
              <a:lnSpc>
                <a:spcPct val="100000"/>
              </a:lnSpc>
              <a:spcBef>
                <a:spcPts val="0"/>
              </a:spcBef>
              <a:spcAft>
                <a:spcPts val="0"/>
              </a:spcAft>
              <a:defRPr sz="2800"/>
            </a:lvl4pPr>
            <a:lvl5pPr>
              <a:lnSpc>
                <a:spcPct val="100000"/>
              </a:lnSpc>
              <a:spcBef>
                <a:spcPts val="0"/>
              </a:spcBef>
              <a:spcAft>
                <a:spcPts val="0"/>
              </a:spcAft>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73000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ray slice heading">
    <p:bg>
      <p:bgPr>
        <a:solidFill>
          <a:schemeClr val="bg1"/>
        </a:solidFill>
        <a:effectLst/>
      </p:bgPr>
    </p:bg>
    <p:spTree>
      <p:nvGrpSpPr>
        <p:cNvPr id="1" name=""/>
        <p:cNvGrpSpPr/>
        <p:nvPr/>
      </p:nvGrpSpPr>
      <p:grpSpPr>
        <a:xfrm>
          <a:off x="0" y="0"/>
          <a:ext cx="0" cy="0"/>
          <a:chOff x="0" y="0"/>
          <a:chExt cx="0" cy="0"/>
        </a:xfrm>
      </p:grpSpPr>
      <p:sp>
        <p:nvSpPr>
          <p:cNvPr id="8" name="Rectangle 7"/>
          <p:cNvSpPr/>
          <p:nvPr userDrawn="1"/>
        </p:nvSpPr>
        <p:spPr bwMode="ltGray">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9" name="Title 1"/>
          <p:cNvSpPr>
            <a:spLocks noGrp="1"/>
          </p:cNvSpPr>
          <p:nvPr>
            <p:ph type="title" hasCustomPrompt="1"/>
          </p:nvPr>
        </p:nvSpPr>
        <p:spPr bwMode="ltGray">
          <a:xfrm>
            <a:off x="630000" y="1544274"/>
            <a:ext cx="3452400" cy="1495794"/>
          </a:xfrm>
          <a:noFill/>
        </p:spPr>
        <p:txBody>
          <a:bodyPr wrap="square" lIns="0" tIns="0" rIns="320040" bIns="0" anchor="b">
            <a:noAutofit/>
          </a:bodyPr>
          <a:lstStyle>
            <a:lvl1pPr>
              <a:defRPr sz="3200">
                <a:solidFill>
                  <a:schemeClr val="tx2"/>
                </a:solidFill>
                <a:latin typeface="+mj-lt"/>
              </a:defRPr>
            </a:lvl1pPr>
          </a:lstStyle>
          <a:p>
            <a:r>
              <a:rPr lang="en-US" dirty="0"/>
              <a:t>Click to add title</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0527104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Section header box">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bwMode="blackWhite">
          <a:xfrm>
            <a:off x="1284742" y="2668041"/>
            <a:ext cx="9620491" cy="3201026"/>
          </a:xfrm>
          <a:prstGeom prst="rect">
            <a:avLst/>
          </a:prstGeom>
          <a:ln w="9525">
            <a:solidFill>
              <a:schemeClr val="bg1"/>
            </a:solidFill>
          </a:ln>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4" name="TextBox 3"/>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59" name="Rectangle 58"/>
          <p:cNvSpPr/>
          <p:nvPr userDrawn="1"/>
        </p:nvSpPr>
        <p:spPr bwMode="white">
          <a:xfrm>
            <a:off x="1284743" y="1428131"/>
            <a:ext cx="947672" cy="947672"/>
          </a:xfrm>
          <a:prstGeom prst="rect">
            <a:avLst/>
          </a:prstGeom>
          <a:noFill/>
          <a:ln>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9"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71232340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header line">
    <p:bg bwMode="black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5" name="TextBox 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4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bg1"/>
                </a:solidFill>
                <a:latin typeface="+mj-lt"/>
                <a:sym typeface="Trebuchet MS" panose="020B0603020202020204" pitchFamily="34" charset="0"/>
              </a:defRPr>
            </a:lvl1pPr>
          </a:lstStyle>
          <a:p>
            <a:r>
              <a:rPr lang="en-US" dirty="0"/>
              <a:t>Click to add big statement text</a:t>
            </a:r>
          </a:p>
        </p:txBody>
      </p:sp>
      <p:cxnSp>
        <p:nvCxnSpPr>
          <p:cNvPr id="148" name="Straight Connector 147"/>
          <p:cNvCxnSpPr/>
          <p:nvPr userDrawn="1"/>
        </p:nvCxnSpPr>
        <p:spPr bwMode="white">
          <a:xfrm>
            <a:off x="618898" y="3680016"/>
            <a:ext cx="11576304" cy="0"/>
          </a:xfrm>
          <a:prstGeom prst="line">
            <a:avLst/>
          </a:prstGeom>
          <a:ln w="19050"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50585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V="1">
            <a:off x="4064994" y="0"/>
            <a:ext cx="416951" cy="6858000"/>
          </a:xfrm>
          <a:prstGeom prst="rect">
            <a:avLst/>
          </a:prstGeom>
        </p:spPr>
      </p:pic>
      <p:sp>
        <p:nvSpPr>
          <p:cNvPr id="17"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6" name="Rectangle 25"/>
          <p:cNvSpPr/>
          <p:nvPr userDrawn="1"/>
        </p:nvSpPr>
        <p:spPr bwMode="white">
          <a:xfrm>
            <a:off x="0" y="0"/>
            <a:ext cx="407950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7" name="Title 4"/>
          <p:cNvSpPr>
            <a:spLocks noGrp="1"/>
          </p:cNvSpPr>
          <p:nvPr>
            <p:ph type="title" hasCustomPrompt="1"/>
          </p:nvPr>
        </p:nvSpPr>
        <p:spPr>
          <a:xfrm>
            <a:off x="630000" y="2681103"/>
            <a:ext cx="3127881" cy="1495794"/>
          </a:xfrm>
          <a:prstGeom prst="rect">
            <a:avLst/>
          </a:prstGeom>
        </p:spPr>
        <p:txBody>
          <a:bodyPr anchor="ctr">
            <a:noAutofit/>
          </a:bodyPr>
          <a:lstStyle>
            <a:lvl1pPr>
              <a:defRPr sz="3200">
                <a:solidFill>
                  <a:schemeClr val="tx2"/>
                </a:solidFill>
                <a:latin typeface="+mj-lt"/>
                <a:sym typeface="Trebuchet MS" panose="020B0603020202020204" pitchFamily="34" charset="0"/>
              </a:defRPr>
            </a:lvl1pPr>
          </a:lstStyle>
          <a:p>
            <a:r>
              <a:rPr lang="en-US" dirty="0"/>
              <a:t>Click to add title</a:t>
            </a:r>
          </a:p>
        </p:txBody>
      </p:sp>
      <p:sp>
        <p:nvSpPr>
          <p:cNvPr id="11"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38842776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V="1">
            <a:off x="7165606" y="0"/>
            <a:ext cx="416951" cy="6858000"/>
          </a:xfrm>
          <a:prstGeom prst="rect">
            <a:avLst/>
          </a:prstGeom>
        </p:spPr>
      </p:pic>
      <p:sp>
        <p:nvSpPr>
          <p:cNvPr id="13" name="Rectangle 12"/>
          <p:cNvSpPr/>
          <p:nvPr userDrawn="1"/>
        </p:nvSpPr>
        <p:spPr bwMode="white">
          <a:xfrm>
            <a:off x="0" y="0"/>
            <a:ext cx="7171956"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7" name="TextBox 16"/>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3"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
        <p:nvSpPr>
          <p:cNvPr id="11"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359226384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11" name="Title 4"/>
          <p:cNvSpPr>
            <a:spLocks noGrp="1"/>
          </p:cNvSpPr>
          <p:nvPr>
            <p:ph type="title" hasCustomPrompt="1"/>
          </p:nvPr>
        </p:nvSpPr>
        <p:spPr>
          <a:xfrm>
            <a:off x="630000" y="2681103"/>
            <a:ext cx="3127881" cy="1495794"/>
          </a:xfrm>
          <a:prstGeom prst="rect">
            <a:avLst/>
          </a:prstGeom>
        </p:spPr>
        <p:txBody>
          <a:bodyPr anchor="ctr">
            <a:noAutofit/>
          </a:bodyPr>
          <a:lstStyle>
            <a:lvl1pPr>
              <a:defRPr sz="3200">
                <a:solidFill>
                  <a:schemeClr val="bg1"/>
                </a:solidFill>
                <a:latin typeface="+mj-lt"/>
                <a:sym typeface="Trebuchet MS" panose="020B0603020202020204" pitchFamily="34" charset="0"/>
              </a:defRPr>
            </a:lvl1pPr>
          </a:lstStyle>
          <a:p>
            <a:r>
              <a:rPr lang="en-US" dirty="0"/>
              <a:t>Click to add title</a:t>
            </a:r>
          </a:p>
        </p:txBody>
      </p:sp>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2"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4"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6514967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Green half">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1" name="Picture 10"/>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H="1">
            <a:off x="5689582" y="0"/>
            <a:ext cx="416951" cy="6858000"/>
          </a:xfrm>
          <a:prstGeom prst="rect">
            <a:avLst/>
          </a:prstGeom>
        </p:spPr>
      </p:pic>
      <p:sp>
        <p:nvSpPr>
          <p:cNvPr id="12" name="Rectangle 11"/>
          <p:cNvSpPr/>
          <p:nvPr userDrawn="1"/>
        </p:nvSpPr>
        <p:spPr>
          <a:xfrm>
            <a:off x="6096000" y="0"/>
            <a:ext cx="6096000" cy="6858000"/>
          </a:xfrm>
          <a:prstGeom prst="rect">
            <a:avLst/>
          </a:pr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4" name="Title 1"/>
          <p:cNvSpPr>
            <a:spLocks noGrp="1"/>
          </p:cNvSpPr>
          <p:nvPr>
            <p:ph type="title" hasCustomPrompt="1"/>
          </p:nvPr>
        </p:nvSpPr>
        <p:spPr bwMode="black">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6"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7"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923524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Green two third">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H="1">
            <a:off x="7409849" y="0"/>
            <a:ext cx="416951" cy="6858000"/>
          </a:xfrm>
          <a:prstGeom prst="rect">
            <a:avLst/>
          </a:prstGeom>
        </p:spPr>
      </p:pic>
      <p:sp>
        <p:nvSpPr>
          <p:cNvPr id="10" name="Rectangle 9"/>
          <p:cNvSpPr/>
          <p:nvPr userDrawn="1"/>
        </p:nvSpPr>
        <p:spPr bwMode="gray">
          <a:xfrm>
            <a:off x="7819543" y="0"/>
            <a:ext cx="437245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1"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2"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Copyright"/>
          <p:cNvSpPr txBox="1"/>
          <p:nvPr userDrawn="1"/>
        </p:nvSpPr>
        <p:spPr>
          <a:xfrm rot="16200000">
            <a:off x="9486900" y="3916394"/>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4" name="Title 1"/>
          <p:cNvSpPr>
            <a:spLocks noGrp="1"/>
          </p:cNvSpPr>
          <p:nvPr>
            <p:ph type="title" hasCustomPrompt="1"/>
          </p:nvPr>
        </p:nvSpPr>
        <p:spPr bwMode="blackWhite">
          <a:xfrm>
            <a:off x="630000" y="180465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edit title</a:t>
            </a:r>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6"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6328090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6"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7" name="Title 2"/>
          <p:cNvSpPr>
            <a:spLocks noGrp="1"/>
          </p:cNvSpPr>
          <p:nvPr>
            <p:ph type="title" hasCustomPrompt="1"/>
          </p:nvPr>
        </p:nvSpPr>
        <p:spPr>
          <a:xfrm>
            <a:off x="630000" y="2764203"/>
            <a:ext cx="2478638" cy="1314311"/>
          </a:xfrm>
          <a:prstGeom prst="rect">
            <a:avLst/>
          </a:prstGeom>
        </p:spPr>
        <p:txBody>
          <a:bodyPr anchor="ctr">
            <a:noAutofit/>
          </a:bodyPr>
          <a:lstStyle>
            <a:lvl1pPr>
              <a:defRPr sz="3200" baseline="0">
                <a:solidFill>
                  <a:schemeClr val="tx2"/>
                </a:solidFill>
                <a:latin typeface="+mj-lt"/>
                <a:sym typeface="Trebuchet MS" panose="020B0603020202020204" pitchFamily="34" charset="0"/>
              </a:defRPr>
            </a:lvl1pPr>
          </a:lstStyle>
          <a:p>
            <a:r>
              <a:rPr lang="en-US" dirty="0">
                <a:solidFill>
                  <a:schemeClr val="tx2"/>
                </a:solidFill>
              </a:rPr>
              <a:t>Click to add title</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9" name="Picture 8"/>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72577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Green left arrow">
    <p:bg>
      <p:bgPr>
        <a:solidFill>
          <a:srgbClr val="F2F2F2"/>
        </a:solidFill>
        <a:effectLst/>
      </p:bgPr>
    </p:bg>
    <p:spTree>
      <p:nvGrpSpPr>
        <p:cNvPr id="1" name=""/>
        <p:cNvGrpSpPr/>
        <p:nvPr/>
      </p:nvGrpSpPr>
      <p:grpSpPr>
        <a:xfrm>
          <a:off x="0" y="0"/>
          <a:ext cx="0" cy="0"/>
          <a:chOff x="0" y="0"/>
          <a:chExt cx="0" cy="0"/>
        </a:xfrm>
      </p:grpSpPr>
      <p:sp>
        <p:nvSpPr>
          <p:cNvPr id="16" name="Freeform 14"/>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2764203"/>
            <a:ext cx="2478638" cy="1314311"/>
          </a:xfrm>
        </p:spPr>
        <p:txBody>
          <a:bodyPr anchor="ctr" anchorCtr="0">
            <a:noAutofit/>
          </a:bodyPr>
          <a:lstStyle>
            <a:lvl1pPr>
              <a:defRPr sz="3200" baseline="0">
                <a:solidFill>
                  <a:srgbClr val="FFFFFF"/>
                </a:solidFill>
                <a:latin typeface="+mj-lt"/>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7"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36791741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2526878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324" imgH="324" progId="TCLayout.ActiveDocument.1">
                  <p:embed/>
                </p:oleObj>
              </mc:Choice>
              <mc:Fallback>
                <p:oleObj name="think-cell Slide" r:id="rId4" imgW="324" imgH="324" progId="TCLayout.ActiveDocument.1">
                  <p:embed/>
                  <p:pic>
                    <p:nvPicPr>
                      <p:cNvPr id="0" name=""/>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5" name="TextBox 4"/>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8"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3" name="Pentagon 3"/>
          <p:cNvSpPr/>
          <p:nvPr userDrawn="1"/>
        </p:nvSpPr>
        <p:spPr bwMode="white">
          <a:xfrm>
            <a:off x="1" y="0"/>
            <a:ext cx="5426920"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sp>
        <p:nvSpPr>
          <p:cNvPr id="10" name="FooterSimple" hidden="1"/>
          <p:cNvSpPr txBox="1"/>
          <p:nvPr userDrawn="1">
            <p:custDataLst>
              <p:tags r:id="rId2"/>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5" name="Picture 14"/>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920821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Green arrow one third">
    <p:bg>
      <p:bgPr>
        <a:solidFill>
          <a:srgbClr val="F2F2F2"/>
        </a:solidFill>
        <a:effectLst/>
      </p:bgPr>
    </p:bg>
    <p:spTree>
      <p:nvGrpSpPr>
        <p:cNvPr id="1" name=""/>
        <p:cNvGrpSpPr/>
        <p:nvPr/>
      </p:nvGrpSpPr>
      <p:grpSpPr>
        <a:xfrm>
          <a:off x="0" y="0"/>
          <a:ext cx="0" cy="0"/>
          <a:chOff x="0" y="0"/>
          <a:chExt cx="0" cy="0"/>
        </a:xfrm>
      </p:grpSpPr>
      <p:sp>
        <p:nvSpPr>
          <p:cNvPr id="13"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29741921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6"/>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4" name="Pentagon 8"/>
          <p:cNvSpPr/>
          <p:nvPr userDrawn="1"/>
        </p:nvSpPr>
        <p:spPr bwMode="white">
          <a:xfrm>
            <a:off x="0" y="0"/>
            <a:ext cx="6363546"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9" name="Picture 8"/>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9287176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Green arrow half">
    <p:bg>
      <p:bgPr>
        <a:solidFill>
          <a:srgbClr val="F2F2F2"/>
        </a:solidFill>
        <a:effectLst/>
      </p:bgPr>
    </p:bg>
    <p:spTree>
      <p:nvGrpSpPr>
        <p:cNvPr id="1" name=""/>
        <p:cNvGrpSpPr/>
        <p:nvPr/>
      </p:nvGrpSpPr>
      <p:grpSpPr>
        <a:xfrm>
          <a:off x="0" y="0"/>
          <a:ext cx="0" cy="0"/>
          <a:chOff x="0" y="0"/>
          <a:chExt cx="0" cy="0"/>
        </a:xfrm>
      </p:grpSpPr>
      <p:sp>
        <p:nvSpPr>
          <p:cNvPr id="14" name="Pentagon 8"/>
          <p:cNvSpPr/>
          <p:nvPr userDrawn="1"/>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2"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24380786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
        <p:nvSpPr>
          <p:cNvPr id="14"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6" name="Picture 15"/>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2801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Green arrow two third">
    <p:bg>
      <p:bgPr>
        <a:solidFill>
          <a:srgbClr val="F2F2F2"/>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33698657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3" name="TextBox 2"/>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8"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705580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g statement icon">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3796626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accent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842619711"/>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24" imgH="324" progId="TCLayout.ActiveDocument.1">
                  <p:embed/>
                </p:oleObj>
              </mc:Choice>
              <mc:Fallback>
                <p:oleObj name="think-cell Slide" r:id="rId3" imgW="324" imgH="324"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7" name="Picture 6"/>
          <p:cNvPicPr>
            <a:picLocks noChangeAspect="1"/>
          </p:cNvPicPr>
          <p:nvPr userDrawn="1"/>
        </p:nvPicPr>
        <p:blipFill rotWithShape="1">
          <a:blip r:embed="rId5">
            <a:extLst>
              <a:ext uri="{28A0092B-C50C-407E-A947-70E740481C1C}">
                <a14:useLocalDpi xmlns:a14="http://schemas.microsoft.com/office/drawing/2010/main" val="0"/>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120217922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4"/>
          </p:nvPr>
        </p:nvSpPr>
        <p:spPr bwMode="white">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4" name="Title 3"/>
          <p:cNvSpPr>
            <a:spLocks noGrp="1"/>
          </p:cNvSpPr>
          <p:nvPr>
            <p:ph type="title" hasCustomPrompt="1"/>
          </p:nvPr>
        </p:nvSpPr>
        <p:spPr>
          <a:xfrm>
            <a:off x="630000" y="622800"/>
            <a:ext cx="10933200" cy="470898"/>
          </a:xfrm>
        </p:spPr>
        <p:txBody>
          <a:bodyPr/>
          <a:lstStyle>
            <a:lvl1pPr>
              <a:defRPr sz="3400">
                <a:solidFill>
                  <a:schemeClr val="bg1"/>
                </a:solidFill>
                <a:latin typeface="+mj-lt"/>
                <a:sym typeface="Trebuchet MS" panose="020B0603020202020204" pitchFamily="34" charset="0"/>
              </a:defRPr>
            </a:lvl1pPr>
          </a:lstStyle>
          <a:p>
            <a:r>
              <a:rPr lang="en-US" dirty="0"/>
              <a:t>Click to add title</a:t>
            </a:r>
          </a:p>
        </p:txBody>
      </p:sp>
      <p:sp>
        <p:nvSpPr>
          <p:cNvPr id="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18300739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2"/>
        </a:solidFill>
        <a:effectLst/>
      </p:bgPr>
    </p:bg>
    <p:spTree>
      <p:nvGrpSpPr>
        <p:cNvPr id="1" name=""/>
        <p:cNvGrpSpPr/>
        <p:nvPr/>
      </p:nvGrpSpPr>
      <p:grpSpPr>
        <a:xfrm>
          <a:off x="0" y="0"/>
          <a:ext cx="0" cy="0"/>
          <a:chOff x="0" y="0"/>
          <a:chExt cx="0" cy="0"/>
        </a:xfrm>
      </p:grpSpPr>
      <p:sp>
        <p:nvSpPr>
          <p:cNvPr id="5" name="Date Placeholder 4"/>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0142520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2"/>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90231099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Disclaimer">
    <p:bg>
      <p:bgPr>
        <a:solidFill>
          <a:schemeClr val="bg2"/>
        </a:solidFill>
        <a:effectLst/>
      </p:bgPr>
    </p:bg>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 name="Date Placeholder 1"/>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1"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8249069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blank" preserve="1">
  <p:cSld name="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735369323"/>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5" imgW="384" imgH="384" progId="TCLayout.ActiveDocument.1">
                  <p:embed/>
                </p:oleObj>
              </mc:Choice>
              <mc:Fallback>
                <p:oleObj name="think-cell Slide" r:id="rId5" imgW="384" imgH="384" progId="TCLayout.ActiveDocument.1">
                  <p:embed/>
                  <p:pic>
                    <p:nvPicPr>
                      <p:cNvPr id="0" name=""/>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7" name="Freeform 6"/>
          <p:cNvSpPr>
            <a:spLocks noChangeAspect="1"/>
          </p:cNvSpPr>
          <p:nvPr userDrawn="1">
            <p:custDataLst>
              <p:tags r:id="rId3"/>
            </p:custDataLst>
          </p:nvPr>
        </p:nvSpPr>
        <p:spPr bwMode="auto">
          <a:xfrm>
            <a:off x="2676858"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366124750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Layout guide">
    <p:spTree>
      <p:nvGrpSpPr>
        <p:cNvPr id="1" name=""/>
        <p:cNvGrpSpPr/>
        <p:nvPr/>
      </p:nvGrpSpPr>
      <p:grpSpPr>
        <a:xfrm>
          <a:off x="0" y="0"/>
          <a:ext cx="0" cy="0"/>
          <a:chOff x="0" y="0"/>
          <a:chExt cx="0" cy="0"/>
        </a:xfrm>
      </p:grpSpPr>
      <p:grpSp>
        <p:nvGrpSpPr>
          <p:cNvPr id="49" name="Group 48"/>
          <p:cNvGrpSpPr/>
          <p:nvPr userDrawn="1"/>
        </p:nvGrpSpPr>
        <p:grpSpPr>
          <a:xfrm>
            <a:off x="-600" y="-1"/>
            <a:ext cx="12193800" cy="6858001"/>
            <a:chOff x="-600" y="-1"/>
            <a:chExt cx="12193800" cy="6858001"/>
          </a:xfrm>
        </p:grpSpPr>
        <p:sp>
          <p:nvSpPr>
            <p:cNvPr id="50"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51" name="Baselines / anchors"/>
            <p:cNvGrpSpPr/>
            <p:nvPr userDrawn="1"/>
          </p:nvGrpSpPr>
          <p:grpSpPr>
            <a:xfrm>
              <a:off x="-600" y="622800"/>
              <a:ext cx="12193200" cy="5536800"/>
              <a:chOff x="12623800" y="622800"/>
              <a:chExt cx="11176000" cy="5536800"/>
            </a:xfrm>
          </p:grpSpPr>
          <p:cxnSp>
            <p:nvCxnSpPr>
              <p:cNvPr id="77" name="Straight Connector 76"/>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9" name="Straight Connector 78"/>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7" name="Straight Connector 86"/>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8" name="Straight Connector 87"/>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52" name="Gutter space"/>
            <p:cNvGrpSpPr/>
            <p:nvPr userDrawn="1"/>
          </p:nvGrpSpPr>
          <p:grpSpPr>
            <a:xfrm>
              <a:off x="1277000" y="623550"/>
              <a:ext cx="9638000" cy="5537047"/>
              <a:chOff x="1277000" y="623550"/>
              <a:chExt cx="9638000" cy="5537047"/>
            </a:xfrm>
          </p:grpSpPr>
          <p:sp>
            <p:nvSpPr>
              <p:cNvPr id="66"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7"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8"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9"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0"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1"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2"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3"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4"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5"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6"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3"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54"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57"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58" name="Five column measure"/>
            <p:cNvGrpSpPr/>
            <p:nvPr userDrawn="1"/>
          </p:nvGrpSpPr>
          <p:grpSpPr>
            <a:xfrm>
              <a:off x="629400" y="5975122"/>
              <a:ext cx="10933200" cy="79536"/>
              <a:chOff x="629400" y="5975122"/>
              <a:chExt cx="10933200" cy="79536"/>
            </a:xfrm>
          </p:grpSpPr>
          <p:sp>
            <p:nvSpPr>
              <p:cNvPr id="61"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2"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3"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4"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5"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9"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60"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55"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6959937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D. Title Slide">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665489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6" imgW="384" imgH="384" progId="TCLayout.ActiveDocument.1">
                  <p:embed/>
                </p:oleObj>
              </mc:Choice>
              <mc:Fallback>
                <p:oleObj name="think-cell Slide" r:id="rId6" imgW="384" imgH="384" progId="TCLayout.ActiveDocument.1">
                  <p:embed/>
                  <p:pic>
                    <p:nvPicPr>
                      <p:cNvPr id="0" name=""/>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2" name="Rectangle 1"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a:extLst>
              <a:ext uri="{28A0092B-C50C-407E-A947-70E740481C1C}">
                <a14:useLocalDpi xmlns:a14="http://schemas.microsoft.com/office/drawing/2010/main" val="0"/>
              </a:ext>
            </a:extLst>
          </a:blip>
          <a:srcRect l="1731" t="8741" r="102" b="27"/>
          <a:stretch/>
        </p:blipFill>
        <p:spPr>
          <a:xfrm rot="16200000" flipH="1">
            <a:off x="8471921" y="1973272"/>
            <a:ext cx="580573" cy="6858000"/>
          </a:xfrm>
          <a:prstGeom prst="rect">
            <a:avLst/>
          </a:prstGeom>
        </p:spPr>
      </p:pic>
      <p:pic>
        <p:nvPicPr>
          <p:cNvPr id="15" name="TitleAndEndImages"/>
          <p:cNvPicPr>
            <a:picLocks noChangeAspect="1"/>
          </p:cNvPicPr>
          <p:nvPr userDrawn="1">
            <p:custDataLst>
              <p:tags r:id="rId3"/>
            </p:custDataLst>
          </p:nvPr>
        </p:nvPicPr>
        <p:blipFill rotWithShape="1">
          <a:blip r:embed="rId9">
            <a:extLst>
              <a:ext uri="{28A0092B-C50C-407E-A947-70E740481C1C}">
                <a14:useLocalDpi xmlns:a14="http://schemas.microsoft.com/office/drawing/2010/main" val="0"/>
              </a:ext>
            </a:extLst>
          </a:blip>
          <a:srcRect b="23056"/>
          <a:stretch/>
        </p:blipFill>
        <p:spPr>
          <a:xfrm flipH="1">
            <a:off x="0" y="0"/>
            <a:ext cx="12192000" cy="5276850"/>
          </a:xfrm>
          <a:prstGeom prst="rect">
            <a:avLst/>
          </a:prstGeom>
        </p:spPr>
      </p:pic>
      <p:sp>
        <p:nvSpPr>
          <p:cNvPr id="20" name="Picture Placeholder 8"/>
          <p:cNvSpPr>
            <a:spLocks noGrp="1"/>
          </p:cNvSpPr>
          <p:nvPr>
            <p:ph type="pic" sz="quarter" idx="13" hasCustomPrompt="1"/>
          </p:nvPr>
        </p:nvSpPr>
        <p:spPr>
          <a:xfrm>
            <a:off x="9366561" y="5570642"/>
            <a:ext cx="1867935" cy="896833"/>
          </a:xfrm>
          <a:prstGeom prst="rect">
            <a:avLst/>
          </a:prstGeom>
        </p:spPr>
        <p:txBody>
          <a:bodyPr anchor="b"/>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Logo</a:t>
            </a:r>
          </a:p>
        </p:txBody>
      </p:sp>
      <p:sp>
        <p:nvSpPr>
          <p:cNvPr id="21" name="Rectangle 20"/>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p:spPr>
        <p:txBody>
          <a:bodyPr anchor="b">
            <a:normAutofit/>
          </a:bodyPr>
          <a:lstStyle>
            <a:lvl1pPr algn="l">
              <a:lnSpc>
                <a:spcPct val="93000"/>
              </a:lnSpc>
              <a:defRPr sz="5400">
                <a:solidFill>
                  <a:schemeClr val="bg1"/>
                </a:solidFill>
                <a:latin typeface="+mj-lt"/>
                <a:sym typeface="Trebuchet MS" panose="020B0603020202020204" pitchFamily="34" charset="0"/>
              </a:defRPr>
            </a:lvl1pPr>
          </a:lstStyle>
          <a:p>
            <a:r>
              <a:rPr lang="en-US" dirty="0"/>
              <a:t>Title in Title Case</a:t>
            </a:r>
          </a:p>
        </p:txBody>
      </p:sp>
      <p:sp>
        <p:nvSpPr>
          <p:cNvPr id="13" name="Freeform 12"/>
          <p:cNvSpPr>
            <a:spLocks noChangeAspect="1"/>
          </p:cNvSpPr>
          <p:nvPr userDrawn="1">
            <p:custDataLst>
              <p:tags r:id="rId4"/>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 Title Only">
    <p:spTree>
      <p:nvGrpSpPr>
        <p:cNvPr id="1" name=""/>
        <p:cNvGrpSpPr/>
        <p:nvPr/>
      </p:nvGrpSpPr>
      <p:grpSpPr>
        <a:xfrm>
          <a:off x="0" y="0"/>
          <a:ext cx="0" cy="0"/>
          <a:chOff x="0" y="0"/>
          <a:chExt cx="0" cy="0"/>
        </a:xfrm>
      </p:grpSpPr>
      <p:sp>
        <p:nvSpPr>
          <p:cNvPr id="57" name="Date Placeholder 56"/>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8" name="Title 7"/>
          <p:cNvSpPr>
            <a:spLocks noGrp="1"/>
          </p:cNvSpPr>
          <p:nvPr>
            <p:ph type="title" hasCustomPrompt="1"/>
          </p:nvPr>
        </p:nvSpPr>
        <p:spPr>
          <a:xfrm>
            <a:off x="630000" y="622800"/>
            <a:ext cx="10933350" cy="332399"/>
          </a:xfrm>
        </p:spPr>
        <p:txBody>
          <a:bodyPr/>
          <a:lstStyle>
            <a:lvl1pPr>
              <a:defRPr>
                <a:latin typeface="+mj-lt"/>
                <a:sym typeface="Trebuchet MS" panose="020B0603020202020204" pitchFamily="34" charset="0"/>
              </a:defRPr>
            </a:lvl1pPr>
          </a:lstStyle>
          <a:p>
            <a:r>
              <a:rPr lang="en-US" dirty="0"/>
              <a:t>Click to add title</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22069856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4320"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D.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83126-25E7-42D8-B799-608CFD4DF6C3}"/>
              </a:ext>
            </a:extLst>
          </p:cNvPr>
          <p:cNvSpPr>
            <a:spLocks noGrp="1"/>
          </p:cNvSpPr>
          <p:nvPr>
            <p:ph type="title" hasCustomPrompt="1"/>
          </p:nvPr>
        </p:nvSpPr>
        <p:spPr/>
        <p:txBody>
          <a:bodyPr/>
          <a:lstStyle/>
          <a:p>
            <a:r>
              <a:rPr lang="en-US" dirty="0"/>
              <a:t>Click to add title</a:t>
            </a:r>
          </a:p>
        </p:txBody>
      </p:sp>
      <p:sp>
        <p:nvSpPr>
          <p:cNvPr id="6" name="Text Placeholder 5">
            <a:extLst>
              <a:ext uri="{FF2B5EF4-FFF2-40B4-BE49-F238E27FC236}">
                <a16:creationId xmlns:a16="http://schemas.microsoft.com/office/drawing/2014/main" id="{FAD1DA01-0E73-44DE-A132-B4FF1E70A315}"/>
              </a:ext>
            </a:extLst>
          </p:cNvPr>
          <p:cNvSpPr>
            <a:spLocks noGrp="1"/>
          </p:cNvSpPr>
          <p:nvPr>
            <p:ph type="body" sz="quarter" idx="10"/>
          </p:nvPr>
        </p:nvSpPr>
        <p:spPr>
          <a:xfrm>
            <a:off x="629400" y="2085628"/>
            <a:ext cx="10933950" cy="4072976"/>
          </a:xfrm>
        </p:spPr>
        <p:txBody>
          <a:bodyPr/>
          <a:lstStyle>
            <a:lvl1pPr>
              <a:lnSpc>
                <a:spcPct val="100000"/>
              </a:lnSpc>
              <a:spcBef>
                <a:spcPts val="0"/>
              </a:spcBef>
              <a:spcAft>
                <a:spcPts val="0"/>
              </a:spcAft>
              <a:defRPr/>
            </a:lvl1pPr>
            <a:lvl2pPr>
              <a:lnSpc>
                <a:spcPct val="100000"/>
              </a:lnSpc>
              <a:spcBef>
                <a:spcPts val="0"/>
              </a:spcBef>
              <a:spcAft>
                <a:spcPts val="0"/>
              </a:spcAft>
              <a:defRPr/>
            </a:lvl2pPr>
            <a:lvl3pPr>
              <a:lnSpc>
                <a:spcPct val="100000"/>
              </a:lnSpc>
              <a:spcBef>
                <a:spcPts val="0"/>
              </a:spcBef>
              <a:spcAft>
                <a:spcPts val="0"/>
              </a:spcAft>
              <a:defRPr/>
            </a:lvl3pPr>
            <a:lvl4pPr>
              <a:lnSpc>
                <a:spcPct val="100000"/>
              </a:lnSpc>
              <a:spcBef>
                <a:spcPts val="0"/>
              </a:spcBef>
              <a:spcAft>
                <a:spcPts val="0"/>
              </a:spcAft>
              <a:defRPr/>
            </a:lvl4pPr>
            <a:lvl5pPr>
              <a:lnSpc>
                <a:spcPct val="100000"/>
              </a:lnSpc>
              <a:spcBef>
                <a:spcPts val="0"/>
              </a:spcBef>
              <a:spcAft>
                <a:spcPts val="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4043400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 Gray slice heading">
    <p:bg>
      <p:bgPr>
        <a:solidFill>
          <a:schemeClr val="bg1"/>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7" name="Rectangle 6"/>
          <p:cNvSpPr/>
          <p:nvPr userDrawn="1"/>
        </p:nvSpPr>
        <p:spPr bwMode="white">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8" name="Subtitle 2"/>
          <p:cNvSpPr>
            <a:spLocks noGrp="1"/>
          </p:cNvSpPr>
          <p:nvPr>
            <p:ph type="subTitle" idx="13" hasCustomPrompt="1"/>
          </p:nvPr>
        </p:nvSpPr>
        <p:spPr>
          <a:xfrm>
            <a:off x="630000" y="2158987"/>
            <a:ext cx="3744000" cy="541687"/>
          </a:xfrm>
          <a:prstGeom prst="rect">
            <a:avLst/>
          </a:prstGeom>
        </p:spPr>
        <p:txBody>
          <a:bodyPr>
            <a:noAutofit/>
          </a:bodyPr>
          <a:lstStyle>
            <a:lvl1pPr marL="0" indent="0" algn="l">
              <a:buNone/>
              <a:defRPr sz="1600">
                <a:solidFill>
                  <a:schemeClr val="tx2"/>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9" name="Title 4"/>
          <p:cNvSpPr>
            <a:spLocks noGrp="1"/>
          </p:cNvSpPr>
          <p:nvPr>
            <p:ph type="title" hasCustomPrompt="1"/>
          </p:nvPr>
        </p:nvSpPr>
        <p:spPr>
          <a:xfrm>
            <a:off x="630000" y="1227048"/>
            <a:ext cx="3744000" cy="664797"/>
          </a:xfrm>
        </p:spPr>
        <p:txBody>
          <a:bodyPr anchor="t">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9007530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D. Section header box">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8" name="Title 1"/>
          <p:cNvSpPr>
            <a:spLocks noGrp="1"/>
          </p:cNvSpPr>
          <p:nvPr>
            <p:ph type="title" hasCustomPrompt="1"/>
          </p:nvPr>
        </p:nvSpPr>
        <p:spPr bwMode="blackWhite">
          <a:xfrm>
            <a:off x="1284742" y="2668041"/>
            <a:ext cx="9620491" cy="3201026"/>
          </a:xfrm>
          <a:prstGeom prst="rect">
            <a:avLst/>
          </a:prstGeom>
          <a:ln w="9525">
            <a:noFill/>
          </a:ln>
          <a:extLst>
            <a:ext uri="{91240B29-F687-4F45-9708-019B960494DF}">
              <a14:hiddenLine xmlns:a14="http://schemas.microsoft.com/office/drawing/2010/main" w="9525">
                <a:solidFill>
                  <a:schemeClr val="bg1"/>
                </a:solidFill>
              </a14:hiddenLine>
            </a:ext>
          </a:extLst>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tx2"/>
                </a:solidFill>
                <a:latin typeface="+mj-lt"/>
                <a:ea typeface="+mn-ea"/>
                <a:cs typeface="Arial" panose="020B0604020202020204" pitchFamily="34" charset="0"/>
                <a:sym typeface="Trebuchet MS" panose="020B0603020202020204" pitchFamily="34" charset="0"/>
              </a:defRPr>
            </a:lvl1pPr>
          </a:lstStyle>
          <a:p>
            <a:r>
              <a:rPr lang="en-US" dirty="0"/>
              <a:t>Click to add section title</a:t>
            </a:r>
          </a:p>
        </p:txBody>
      </p:sp>
      <p:sp>
        <p:nvSpPr>
          <p:cNvPr id="11" name="Rectangle 10"/>
          <p:cNvSpPr/>
          <p:nvPr userDrawn="1"/>
        </p:nvSpPr>
        <p:spPr bwMode="white">
          <a:xfrm>
            <a:off x="1280693" y="1424081"/>
            <a:ext cx="951721" cy="951721"/>
          </a:xfrm>
          <a:prstGeom prst="rect">
            <a:avLst/>
          </a:prstGeom>
          <a:noFill/>
          <a:ln>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1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81990472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 Section header line">
    <p:bg bwMode="blackWhite">
      <p:bgPr>
        <a:solidFill>
          <a:schemeClr val="bg1"/>
        </a:solidFill>
        <a:effectLst/>
      </p:bgPr>
    </p:bg>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tx2"/>
                </a:solidFill>
                <a:latin typeface="+mj-lt"/>
                <a:sym typeface="Trebuchet MS" panose="020B0603020202020204" pitchFamily="34" charset="0"/>
              </a:defRPr>
            </a:lvl1pPr>
          </a:lstStyle>
          <a:p>
            <a:r>
              <a:rPr lang="en-US" dirty="0"/>
              <a:t>Click to add section title</a:t>
            </a:r>
          </a:p>
        </p:txBody>
      </p:sp>
      <p:cxnSp>
        <p:nvCxnSpPr>
          <p:cNvPr id="10" name="Straight Connector 9"/>
          <p:cNvCxnSpPr/>
          <p:nvPr userDrawn="1"/>
        </p:nvCxnSpPr>
        <p:spPr bwMode="white">
          <a:xfrm>
            <a:off x="630000" y="3680016"/>
            <a:ext cx="11558587" cy="0"/>
          </a:xfrm>
          <a:prstGeom prst="line">
            <a:avLst/>
          </a:prstGeom>
          <a:ln w="19050" cmpd="sng">
            <a:solidFill>
              <a:schemeClr val="tx2"/>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05239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D. 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V="1">
            <a:off x="4064994" y="0"/>
            <a:ext cx="416951" cy="6858000"/>
          </a:xfrm>
          <a:prstGeom prst="rect">
            <a:avLst/>
          </a:prstGeom>
        </p:spPr>
      </p:pic>
      <p:sp>
        <p:nvSpPr>
          <p:cNvPr id="18"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24" name="Rectangle 23"/>
          <p:cNvSpPr/>
          <p:nvPr userDrawn="1"/>
        </p:nvSpPr>
        <p:spPr bwMode="white">
          <a:xfrm>
            <a:off x="0" y="0"/>
            <a:ext cx="407950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
        <p:nvSpPr>
          <p:cNvPr id="12"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52236646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D. 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V="1">
            <a:off x="7165606" y="0"/>
            <a:ext cx="416951" cy="6858000"/>
          </a:xfrm>
          <a:prstGeom prst="rect">
            <a:avLst/>
          </a:prstGeom>
        </p:spPr>
      </p:pic>
      <p:sp>
        <p:nvSpPr>
          <p:cNvPr id="14" name="Rectangle 13"/>
          <p:cNvSpPr/>
          <p:nvPr userDrawn="1"/>
        </p:nvSpPr>
        <p:spPr bwMode="white">
          <a:xfrm>
            <a:off x="0" y="0"/>
            <a:ext cx="7171956"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8"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76529"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2"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34829456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 Four column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V="1">
            <a:off x="9029246" y="0"/>
            <a:ext cx="416951" cy="6858000"/>
          </a:xfrm>
          <a:prstGeom prst="rect">
            <a:avLst/>
          </a:prstGeom>
        </p:spPr>
      </p:pic>
      <p:sp>
        <p:nvSpPr>
          <p:cNvPr id="10" name="Rectangle 9"/>
          <p:cNvSpPr/>
          <p:nvPr userDrawn="1"/>
        </p:nvSpPr>
        <p:spPr bwMode="white">
          <a:xfrm>
            <a:off x="0" y="0"/>
            <a:ext cx="903427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8101584"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2"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37939225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 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23" name="Picture 22"/>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24"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bg1"/>
                </a:solidFill>
                <a:latin typeface="+mj-lt"/>
                <a:sym typeface="Trebuchet MS" panose="020B0603020202020204" pitchFamily="34" charset="0"/>
              </a:defRPr>
            </a:lvl1pPr>
          </a:lstStyle>
          <a:p>
            <a:r>
              <a:rPr lang="en-US" dirty="0"/>
              <a:t>Click to add title</a:t>
            </a:r>
          </a:p>
        </p:txBody>
      </p:sp>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1"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06045207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 Green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H="1">
            <a:off x="5689582" y="0"/>
            <a:ext cx="416951" cy="6858000"/>
          </a:xfrm>
          <a:prstGeom prst="rect">
            <a:avLst/>
          </a:prstGeom>
        </p:spPr>
      </p:pic>
      <p:sp>
        <p:nvSpPr>
          <p:cNvPr id="11" name="Rectangle 10"/>
          <p:cNvSpPr/>
          <p:nvPr userDrawn="1"/>
        </p:nvSpPr>
        <p:spPr>
          <a:xfrm>
            <a:off x="6096000" y="0"/>
            <a:ext cx="6096000" cy="68580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2"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Title 1"/>
          <p:cNvSpPr>
            <a:spLocks noGrp="1"/>
          </p:cNvSpPr>
          <p:nvPr>
            <p:ph type="title" hasCustomPrompt="1"/>
          </p:nvPr>
        </p:nvSpPr>
        <p:spPr bwMode="blackWhite">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5"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9301659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D. Green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l="29398" t="8741" r="101" b="27"/>
          <a:stretch/>
        </p:blipFill>
        <p:spPr bwMode="ltGray">
          <a:xfrm flipH="1">
            <a:off x="7409849" y="0"/>
            <a:ext cx="416951" cy="6858000"/>
          </a:xfrm>
          <a:prstGeom prst="rect">
            <a:avLst/>
          </a:prstGeom>
        </p:spPr>
      </p:pic>
      <p:sp>
        <p:nvSpPr>
          <p:cNvPr id="11" name="Rectangle 10"/>
          <p:cNvSpPr/>
          <p:nvPr userDrawn="1"/>
        </p:nvSpPr>
        <p:spPr bwMode="gray">
          <a:xfrm>
            <a:off x="7819543" y="0"/>
            <a:ext cx="4372457"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2"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5" name="Title 1"/>
          <p:cNvSpPr>
            <a:spLocks noGrp="1"/>
          </p:cNvSpPr>
          <p:nvPr>
            <p:ph type="title" hasCustomPrompt="1"/>
          </p:nvPr>
        </p:nvSpPr>
        <p:spPr bwMode="black">
          <a:xfrm>
            <a:off x="630936" y="178560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6"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2905789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D. 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279571629"/>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324" imgH="324" progId="TCLayout.ActiveDocument.1">
                  <p:embed/>
                </p:oleObj>
              </mc:Choice>
              <mc:Fallback>
                <p:oleObj name="think-cell Slide" r:id="rId4" imgW="324" imgH="324" progId="TCLayout.ActiveDocument.1">
                  <p:embed/>
                  <p:pic>
                    <p:nvPicPr>
                      <p:cNvPr id="0" name=""/>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0" name="Title 2"/>
          <p:cNvSpPr>
            <a:spLocks noGrp="1"/>
          </p:cNvSpPr>
          <p:nvPr>
            <p:ph type="title" hasCustomPrompt="1"/>
          </p:nvPr>
        </p:nvSpPr>
        <p:spPr>
          <a:xfrm>
            <a:off x="630000" y="2764203"/>
            <a:ext cx="2478638" cy="1314311"/>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solidFill>
                  <a:schemeClr val="tx2"/>
                </a:solidFill>
              </a:rPr>
              <a:t>Click to add title</a:t>
            </a:r>
          </a:p>
        </p:txBody>
      </p:sp>
      <p:sp>
        <p:nvSpPr>
          <p:cNvPr id="14" name="FooterSimple" hidden="1"/>
          <p:cNvSpPr txBox="1"/>
          <p:nvPr userDrawn="1">
            <p:custDataLst>
              <p:tags r:id="rId2"/>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2" name="Picture 11"/>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2321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D. Green left arrow">
    <p:bg>
      <p:bgPr>
        <a:solidFill>
          <a:schemeClr val="bg1"/>
        </a:solidFill>
        <a:effectLst/>
      </p:bgPr>
    </p:bg>
    <p:spTree>
      <p:nvGrpSpPr>
        <p:cNvPr id="1" name=""/>
        <p:cNvGrpSpPr/>
        <p:nvPr/>
      </p:nvGrpSpPr>
      <p:grpSpPr>
        <a:xfrm>
          <a:off x="0" y="0"/>
          <a:ext cx="0" cy="0"/>
          <a:chOff x="0" y="0"/>
          <a:chExt cx="0" cy="0"/>
        </a:xfrm>
      </p:grpSpPr>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2764203"/>
            <a:ext cx="2478638" cy="1314311"/>
          </a:xfrm>
        </p:spPr>
        <p:txBody>
          <a:bodyPr anchor="ctr" anchorCtr="0">
            <a:noAutofit/>
          </a:bodyPr>
          <a:lstStyle>
            <a:lvl1pPr>
              <a:defRPr>
                <a:solidFill>
                  <a:srgbClr val="FFFFFF"/>
                </a:solidFill>
                <a:latin typeface="+mj-lt"/>
              </a:defRPr>
            </a:lvl1pPr>
          </a:lstStyle>
          <a:p>
            <a:r>
              <a:rPr lang="en-US" dirty="0"/>
              <a:t>Click to add title</a:t>
            </a:r>
          </a:p>
        </p:txBody>
      </p:sp>
      <p:sp>
        <p:nvSpPr>
          <p:cNvPr id="15"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9"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39979161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D. 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TextBox 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10"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9" name="Pentagon 3"/>
          <p:cNvSpPr/>
          <p:nvPr userDrawn="1"/>
        </p:nvSpPr>
        <p:spPr bwMode="white">
          <a:xfrm>
            <a:off x="1" y="0"/>
            <a:ext cx="5426920"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sp>
        <p:nvSpPr>
          <p:cNvPr id="12"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1" name="Picture 10"/>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769922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 Green arrow one third">
    <p:bg>
      <p:bgPr>
        <a:solidFill>
          <a:schemeClr val="bg1"/>
        </a:solidFill>
        <a:effectLst/>
      </p:bgPr>
    </p:bg>
    <p:spTree>
      <p:nvGrpSpPr>
        <p:cNvPr id="1" name=""/>
        <p:cNvGrpSpPr/>
        <p:nvPr/>
      </p:nvGrpSpPr>
      <p:grpSpPr>
        <a:xfrm>
          <a:off x="0" y="0"/>
          <a:ext cx="0" cy="0"/>
          <a:chOff x="0" y="0"/>
          <a:chExt cx="0" cy="0"/>
        </a:xfrm>
      </p:grpSpPr>
      <p:sp>
        <p:nvSpPr>
          <p:cNvPr id="19"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6"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5893568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D. 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2"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0" name="Picture 9"/>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698095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D. Green arrow half">
    <p:bg>
      <p:bgPr>
        <a:solidFill>
          <a:schemeClr val="bg1"/>
        </a:soli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7"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10" name="Picture 9"/>
          <p:cNvPicPr>
            <a:picLocks noChangeAspect="1"/>
          </p:cNvPicPr>
          <p:nvPr userDrawn="1"/>
        </p:nvPicPr>
        <p:blipFill rotWithShape="1">
          <a:blip r:embed="rId3">
            <a:extLst>
              <a:ext uri="{28A0092B-C50C-407E-A947-70E740481C1C}">
                <a14:useLocalDpi xmlns:a14="http://schemas.microsoft.com/office/drawing/2010/main" val="0"/>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19690273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D. 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4"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1" name="Picture 10"/>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6836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D. Green arrow two third">
    <p:bg>
      <p:bgPr>
        <a:solidFill>
          <a:schemeClr val="bg1"/>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0"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398493982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D. 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0" name="TextBox 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5850758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 Big statement icon">
    <p:bg>
      <p:bgPr>
        <a:solidFill>
          <a:schemeClr val="bg1"/>
        </a:soli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9"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93619210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D. Quote">
    <p:bg>
      <p:bgPr>
        <a:solidFill>
          <a:schemeClr val="accent1"/>
        </a:soli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06658069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84" imgH="384" progId="TCLayout.ActiveDocument.1">
                  <p:embed/>
                </p:oleObj>
              </mc:Choice>
              <mc:Fallback>
                <p:oleObj name="think-cell Slide" r:id="rId3" imgW="384" imgH="384"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pic>
        <p:nvPicPr>
          <p:cNvPr id="7" name="Picture 6"/>
          <p:cNvPicPr>
            <a:picLocks noChangeAspect="1"/>
          </p:cNvPicPr>
          <p:nvPr userDrawn="1"/>
        </p:nvPicPr>
        <p:blipFill rotWithShape="1">
          <a:blip r:embed="rId5">
            <a:extLst>
              <a:ext uri="{28A0092B-C50C-407E-A947-70E740481C1C}">
                <a14:useLocalDpi xmlns:a14="http://schemas.microsoft.com/office/drawing/2010/main" val="0"/>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37419413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D. 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10933200" cy="332399"/>
          </a:xfrm>
        </p:spPr>
        <p:txBody>
          <a:bodyPr/>
          <a:lstStyle>
            <a:lvl1pPr>
              <a:defRPr>
                <a:solidFill>
                  <a:schemeClr val="bg1"/>
                </a:solidFill>
                <a:latin typeface="+mj-lt"/>
                <a:sym typeface="Trebuchet MS" panose="020B0603020202020204" pitchFamily="34" charset="0"/>
              </a:defRPr>
            </a:lvl1pPr>
          </a:lstStyle>
          <a:p>
            <a:r>
              <a:rPr lang="en-US" dirty="0"/>
              <a:t>Click to add title</a:t>
            </a:r>
          </a:p>
        </p:txBody>
      </p:sp>
      <p:sp>
        <p:nvSpPr>
          <p:cNvPr id="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5483755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mn-lt"/>
                <a:sym typeface="Trebuchet MS" panose="020B0603020202020204" pitchFamily="34" charset="0"/>
              </a:rPr>
              <a:t>Table of contents</a:t>
            </a:r>
          </a:p>
        </p:txBody>
      </p:sp>
      <p:sp>
        <p:nvSpPr>
          <p:cNvPr id="15"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4"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pic>
        <p:nvPicPr>
          <p:cNvPr id="10" name="Picture 9"/>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390906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D. 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6"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2025 by Boston Consulting Group. All rights reserved.</a:t>
            </a:r>
            <a:endParaRPr lang="en-US" sz="700" dirty="0">
              <a:solidFill>
                <a:schemeClr val="bg1"/>
              </a:solidFill>
              <a:latin typeface="+mn-lt"/>
              <a:sym typeface="Trebuchet MS" panose="020B0603020202020204" pitchFamily="34" charset="0"/>
            </a:endParaRPr>
          </a:p>
        </p:txBody>
      </p:sp>
      <p:sp>
        <p:nvSpPr>
          <p:cNvPr id="11" name="TextBox 10"/>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8"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solidFill>
                <a:latin typeface="+mn-lt"/>
                <a:sym typeface="Trebuchet MS" panose="020B0603020202020204" pitchFamily="34" charset="0"/>
              </a:rPr>
              <a:t>Strategy Consulting_Task 5_Stakeholder Map Template.pptx</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164082768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D. Blank">
    <p:bg>
      <p:bgPr>
        <a:solidFill>
          <a:schemeClr val="bg1"/>
        </a:solidFill>
        <a:effectLst/>
      </p:bgPr>
    </p:bg>
    <p:spTree>
      <p:nvGrpSpPr>
        <p:cNvPr id="1" name=""/>
        <p:cNvGrpSpPr/>
        <p:nvPr/>
      </p:nvGrpSpPr>
      <p:grpSpPr>
        <a:xfrm>
          <a:off x="0" y="0"/>
          <a:ext cx="0" cy="0"/>
          <a:chOff x="0" y="0"/>
          <a:chExt cx="0" cy="0"/>
        </a:xfrm>
      </p:grpSpPr>
      <p:sp>
        <p:nvSpPr>
          <p:cNvPr id="7" name="Date Placeholder 6"/>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57118530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D. Disclaimer">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4" name="Date Placeholder 3"/>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1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1"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41322118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blank" preserve="1">
  <p:cSld name="D. 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387538226"/>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5" imgW="384" imgH="384" progId="TCLayout.ActiveDocument.1">
                  <p:embed/>
                </p:oleObj>
              </mc:Choice>
              <mc:Fallback>
                <p:oleObj name="think-cell Slide" r:id="rId5" imgW="384" imgH="384" progId="TCLayout.ActiveDocument.1">
                  <p:embed/>
                  <p:pic>
                    <p:nvPicPr>
                      <p:cNvPr id="0" name=""/>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10" name="Freeform 9"/>
          <p:cNvSpPr>
            <a:spLocks noChangeAspect="1"/>
          </p:cNvSpPr>
          <p:nvPr userDrawn="1">
            <p:custDataLst>
              <p:tags r:id="rId3"/>
            </p:custDataLst>
          </p:nvPr>
        </p:nvSpPr>
        <p:spPr bwMode="auto">
          <a:xfrm>
            <a:off x="2676857"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235162189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D. Layout guide">
    <p:spTree>
      <p:nvGrpSpPr>
        <p:cNvPr id="1" name=""/>
        <p:cNvGrpSpPr/>
        <p:nvPr/>
      </p:nvGrpSpPr>
      <p:grpSpPr>
        <a:xfrm>
          <a:off x="0" y="0"/>
          <a:ext cx="0" cy="0"/>
          <a:chOff x="0" y="0"/>
          <a:chExt cx="0" cy="0"/>
        </a:xfrm>
      </p:grpSpPr>
      <p:grpSp>
        <p:nvGrpSpPr>
          <p:cNvPr id="144" name="Group 143"/>
          <p:cNvGrpSpPr/>
          <p:nvPr userDrawn="1"/>
        </p:nvGrpSpPr>
        <p:grpSpPr>
          <a:xfrm>
            <a:off x="-600" y="-1"/>
            <a:ext cx="12193800" cy="6858001"/>
            <a:chOff x="-600" y="-1"/>
            <a:chExt cx="12193800" cy="6858001"/>
          </a:xfrm>
        </p:grpSpPr>
        <p:sp>
          <p:nvSpPr>
            <p:cNvPr id="145"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146" name="Baselines / anchors"/>
            <p:cNvGrpSpPr/>
            <p:nvPr userDrawn="1"/>
          </p:nvGrpSpPr>
          <p:grpSpPr>
            <a:xfrm>
              <a:off x="-600" y="622800"/>
              <a:ext cx="12193200" cy="5536800"/>
              <a:chOff x="12623800" y="622800"/>
              <a:chExt cx="11176000" cy="5536800"/>
            </a:xfrm>
          </p:grpSpPr>
          <p:cxnSp>
            <p:nvCxnSpPr>
              <p:cNvPr id="170" name="Straight Connector 169"/>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3" name="Straight Connector 172"/>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4" name="Straight Connector 173"/>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5" name="Straight Connector 174"/>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6" name="Straight Connector 175"/>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7" name="Straight Connector 176"/>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8" name="Straight Connector 177"/>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9" name="Straight Connector 178"/>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0" name="Straight Connector 179"/>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2" name="Straight Connector 181"/>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5" name="Straight Connector 184"/>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6" name="Straight Connector 185"/>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7" name="Straight Connector 186"/>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9" name="Straight Connector 188"/>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147" name="Gutter space"/>
            <p:cNvGrpSpPr/>
            <p:nvPr userDrawn="1"/>
          </p:nvGrpSpPr>
          <p:grpSpPr>
            <a:xfrm>
              <a:off x="1277000" y="623550"/>
              <a:ext cx="9638000" cy="5537047"/>
              <a:chOff x="1277000" y="623550"/>
              <a:chExt cx="9638000" cy="5537047"/>
            </a:xfrm>
          </p:grpSpPr>
          <p:sp>
            <p:nvSpPr>
              <p:cNvPr id="159"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0"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1"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2"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3"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4"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5"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6"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7"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8"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9"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48"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149"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0"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151" name="Five column measure"/>
            <p:cNvGrpSpPr/>
            <p:nvPr userDrawn="1"/>
          </p:nvGrpSpPr>
          <p:grpSpPr>
            <a:xfrm>
              <a:off x="629400" y="5975122"/>
              <a:ext cx="10933200" cy="79536"/>
              <a:chOff x="629400" y="5975122"/>
              <a:chExt cx="10933200" cy="79536"/>
            </a:xfrm>
          </p:grpSpPr>
          <p:sp>
            <p:nvSpPr>
              <p:cNvPr id="154"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5"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6"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7"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8"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52"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153"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55" name="FooterSimple" hidden="1"/>
          <p:cNvSpPr txBox="1"/>
          <p:nvPr userDrawn="1">
            <p:custDataLst>
              <p:tags r:id="rId1"/>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81875407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3" name="Object 2"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1" name="Rectangle 10"/>
          <p:cNvSpPr/>
          <p:nvPr userDrawn="1"/>
        </p:nvSpPr>
        <p:spPr bwMode="invGray">
          <a:xfrm>
            <a:off x="1388145" y="4691187"/>
            <a:ext cx="929337" cy="995874"/>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2" name="Rectangle 11"/>
          <p:cNvSpPr/>
          <p:nvPr userDrawn="1">
            <p:custDataLst>
              <p:tags r:id="rId2"/>
            </p:custDataLst>
          </p:nvPr>
        </p:nvSpPr>
        <p:spPr>
          <a:xfrm>
            <a:off x="2509482" y="4691187"/>
            <a:ext cx="1570152" cy="1468176"/>
          </a:xfrm>
          <a:prstGeom prst="rect">
            <a:avLst/>
          </a:prstGeom>
          <a:noFill/>
          <a:ln w="9525" cmpd="sng">
            <a:solidFill>
              <a:srgbClr val="FFFFFF"/>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2" name="TextBox 1"/>
          <p:cNvSpPr txBox="1"/>
          <p:nvPr userDrawn="1"/>
        </p:nvSpPr>
        <p:spPr>
          <a:xfrm>
            <a:off x="630000" y="907199"/>
            <a:ext cx="3448800" cy="3488400"/>
          </a:xfrm>
          <a:prstGeom prst="rect">
            <a:avLst/>
          </a:prstGeom>
          <a:noFill/>
          <a:ln>
            <a:solidFill>
              <a:schemeClr val="bg1"/>
            </a:solidFill>
          </a:ln>
        </p:spPr>
        <p:txBody>
          <a:bodyPr wrap="square" lIns="612000" tIns="468000" rIns="0" bIns="0" rtlCol="0" anchor="t">
            <a:spAutoFit/>
          </a:bodyPr>
          <a:lstStyle/>
          <a:p>
            <a:pPr>
              <a:lnSpc>
                <a:spcPct val="90000"/>
              </a:lnSpc>
              <a:spcAft>
                <a:spcPts val="600"/>
              </a:spcAft>
            </a:pPr>
            <a:endParaRPr lang="en-US" sz="5400" dirty="0">
              <a:solidFill>
                <a:schemeClr val="bg1"/>
              </a:solidFill>
            </a:endParaRPr>
          </a:p>
        </p:txBody>
      </p:sp>
      <p:sp>
        <p:nvSpPr>
          <p:cNvPr id="10" name="TextBox 1"/>
          <p:cNvSpPr txBox="1"/>
          <p:nvPr userDrawn="1"/>
        </p:nvSpPr>
        <p:spPr>
          <a:xfrm>
            <a:off x="1109949" y="1115416"/>
            <a:ext cx="2488182" cy="896399"/>
          </a:xfrm>
          <a:prstGeom prst="rect">
            <a:avLst/>
          </a:prstGeom>
          <a:noFill/>
        </p:spPr>
        <p:txBody>
          <a:bodyPr wrap="none" rtlCol="0">
            <a:spAutoFit/>
          </a:bodyPr>
          <a:lstStyle/>
          <a:p>
            <a:pPr algn="ctr" fontAlgn="auto">
              <a:lnSpc>
                <a:spcPct val="95000"/>
              </a:lnSpc>
              <a:spcBef>
                <a:spcPts val="0"/>
              </a:spcBef>
              <a:spcAft>
                <a:spcPts val="0"/>
              </a:spcAft>
            </a:pPr>
            <a:r>
              <a:rPr lang="en-US" sz="5400" dirty="0">
                <a:solidFill>
                  <a:schemeClr val="bg1"/>
                </a:solidFill>
                <a:latin typeface="+mj-lt"/>
              </a:rPr>
              <a:t>Agenda</a:t>
            </a:r>
          </a:p>
        </p:txBody>
      </p:sp>
    </p:spTree>
    <p:extLst>
      <p:ext uri="{BB962C8B-B14F-4D97-AF65-F5344CB8AC3E}">
        <p14:creationId xmlns:p14="http://schemas.microsoft.com/office/powerpoint/2010/main" val="25703140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19634920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bwMode="white">
          <a:xfrm>
            <a:off x="1284743" y="1428131"/>
            <a:ext cx="947672" cy="947672"/>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3" name="Rectangle 12"/>
          <p:cNvSpPr/>
          <p:nvPr userDrawn="1"/>
        </p:nvSpPr>
        <p:spPr>
          <a:xfrm>
            <a:off x="1285200" y="2667600"/>
            <a:ext cx="9619200" cy="3200400"/>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3729285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Agenda Full Width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0"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bg1"/>
                </a:solidFill>
              </a:rPr>
              <a:t>Agenda</a:t>
            </a:r>
          </a:p>
        </p:txBody>
      </p:sp>
      <p:cxnSp>
        <p:nvCxnSpPr>
          <p:cNvPr id="13" name="Straight Connector 12"/>
          <p:cNvCxnSpPr/>
          <p:nvPr userDrawn="1"/>
        </p:nvCxnSpPr>
        <p:spPr bwMode="white">
          <a:xfrm>
            <a:off x="618898" y="1206000"/>
            <a:ext cx="11576304" cy="0"/>
          </a:xfrm>
          <a:prstGeom prst="line">
            <a:avLst/>
          </a:prstGeom>
          <a:ln w="9525"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60771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Agenda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2" name="Object 1" hidden="1"/>
                      <p:cNvPicPr/>
                      <p:nvPr/>
                    </p:nvPicPr>
                    <p:blipFill>
                      <a:blip r:embed="rId5"/>
                      <a:stretch>
                        <a:fillRect/>
                      </a:stretch>
                    </p:blipFill>
                    <p:spPr>
                      <a:xfrm>
                        <a:off x="1588" y="1588"/>
                        <a:ext cx="1587" cy="1587"/>
                      </a:xfrm>
                      <a:prstGeom prst="rect">
                        <a:avLst/>
                      </a:prstGeom>
                    </p:spPr>
                  </p:pic>
                </p:oleObj>
              </mc:Fallback>
            </mc:AlternateContent>
          </a:graphicData>
        </a:graphic>
      </p:graphicFrame>
      <p:pic>
        <p:nvPicPr>
          <p:cNvPr id="10" name="Picture 9"/>
          <p:cNvPicPr>
            <a:picLocks noChangeAspect="1"/>
          </p:cNvPicPr>
          <p:nvPr userDrawn="1"/>
        </p:nvPicPr>
        <p:blipFill rotWithShape="1">
          <a:blip r:embed="rId6">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4" name="FooterSimple" hidden="1"/>
          <p:cNvSpPr txBox="1"/>
          <p:nvPr userDrawn="1">
            <p:custDataLst>
              <p:tags r:id="rId2"/>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
        <p:nvSpPr>
          <p:cNvPr id="17" name="TextBox 16"/>
          <p:cNvSpPr txBox="1"/>
          <p:nvPr userDrawn="1"/>
        </p:nvSpPr>
        <p:spPr>
          <a:xfrm>
            <a:off x="630000" y="3207715"/>
            <a:ext cx="1547143" cy="443198"/>
          </a:xfrm>
          <a:prstGeom prst="rect">
            <a:avLst/>
          </a:prstGeom>
          <a:noFill/>
        </p:spPr>
        <p:txBody>
          <a:bodyPr wrap="square" lIns="0" tIns="0" rIns="0" bIns="0" rtlCol="0" anchor="t">
            <a:spAutoFit/>
          </a:bodyPr>
          <a:lstStyle/>
          <a:p>
            <a:pPr>
              <a:lnSpc>
                <a:spcPct val="90000"/>
              </a:lnSpc>
              <a:spcAft>
                <a:spcPts val="600"/>
              </a:spcAft>
            </a:pPr>
            <a:r>
              <a:rPr lang="en-US" sz="3200" dirty="0">
                <a:solidFill>
                  <a:schemeClr val="bg1"/>
                </a:solidFill>
              </a:rPr>
              <a:t>Agenda</a:t>
            </a:r>
          </a:p>
        </p:txBody>
      </p:sp>
    </p:spTree>
    <p:extLst>
      <p:ext uri="{BB962C8B-B14F-4D97-AF65-F5344CB8AC3E}">
        <p14:creationId xmlns:p14="http://schemas.microsoft.com/office/powerpoint/2010/main" val="22701909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Agenda D. Section Header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2" name="Object 1"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8" name="Rectangle 7"/>
          <p:cNvSpPr/>
          <p:nvPr userDrawn="1"/>
        </p:nvSpPr>
        <p:spPr bwMode="invGray">
          <a:xfrm>
            <a:off x="1388145" y="4691187"/>
            <a:ext cx="929337" cy="995874"/>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0" name="Rectangle 9"/>
          <p:cNvSpPr/>
          <p:nvPr userDrawn="1">
            <p:custDataLst>
              <p:tags r:id="rId2"/>
            </p:custDataLst>
          </p:nvPr>
        </p:nvSpPr>
        <p:spPr>
          <a:xfrm>
            <a:off x="2509482" y="4691187"/>
            <a:ext cx="1570152" cy="1468176"/>
          </a:xfrm>
          <a:prstGeom prst="rect">
            <a:avLst/>
          </a:prstGeom>
          <a:noFill/>
          <a:ln w="9525" cmpd="sng">
            <a:solidFill>
              <a:schemeClr val="accent4"/>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11" name="TextBox 10"/>
          <p:cNvSpPr txBox="1"/>
          <p:nvPr userDrawn="1"/>
        </p:nvSpPr>
        <p:spPr>
          <a:xfrm>
            <a:off x="630000" y="907198"/>
            <a:ext cx="3448800" cy="3488400"/>
          </a:xfrm>
          <a:prstGeom prst="rect">
            <a:avLst/>
          </a:prstGeom>
          <a:noFill/>
          <a:ln>
            <a:solidFill>
              <a:schemeClr val="accent4"/>
            </a:solidFill>
          </a:ln>
        </p:spPr>
        <p:txBody>
          <a:bodyPr wrap="square" lIns="612000" tIns="468000" rIns="0" bIns="0" rtlCol="0" anchor="t">
            <a:spAutoFit/>
          </a:bodyPr>
          <a:lstStyle/>
          <a:p>
            <a:pPr>
              <a:lnSpc>
                <a:spcPct val="90000"/>
              </a:lnSpc>
              <a:spcAft>
                <a:spcPts val="600"/>
              </a:spcAft>
            </a:pPr>
            <a:endParaRPr lang="en-US" sz="5400" dirty="0">
              <a:solidFill>
                <a:schemeClr val="accent4"/>
              </a:solidFill>
            </a:endParaRPr>
          </a:p>
        </p:txBody>
      </p:sp>
      <p:sp>
        <p:nvSpPr>
          <p:cNvPr id="9" name="TextBox 1"/>
          <p:cNvSpPr txBox="1"/>
          <p:nvPr userDrawn="1"/>
        </p:nvSpPr>
        <p:spPr>
          <a:xfrm>
            <a:off x="1109949" y="1115416"/>
            <a:ext cx="2488182" cy="896399"/>
          </a:xfrm>
          <a:prstGeom prst="rect">
            <a:avLst/>
          </a:prstGeom>
          <a:noFill/>
        </p:spPr>
        <p:txBody>
          <a:bodyPr wrap="none" rtlCol="0">
            <a:spAutoFit/>
          </a:bodyPr>
          <a:lstStyle>
            <a:defPPr>
              <a:defRPr lang="en-US"/>
            </a:defPPr>
            <a:lvl1pPr algn="ctr" fontAlgn="auto">
              <a:lnSpc>
                <a:spcPct val="95000"/>
              </a:lnSpc>
              <a:spcBef>
                <a:spcPts val="0"/>
              </a:spcBef>
              <a:spcAft>
                <a:spcPts val="0"/>
              </a:spcAft>
              <a:defRPr sz="5400">
                <a:solidFill>
                  <a:schemeClr val="accent4"/>
                </a:solidFill>
                <a:latin typeface="+mj-lt"/>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dirty="0"/>
              <a:t>Agenda</a:t>
            </a:r>
          </a:p>
        </p:txBody>
      </p:sp>
    </p:spTree>
    <p:extLst>
      <p:ext uri="{BB962C8B-B14F-4D97-AF65-F5344CB8AC3E}">
        <p14:creationId xmlns:p14="http://schemas.microsoft.com/office/powerpoint/2010/main" val="18655767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Agenda D. Section Header">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244006171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8" name="Rectangle 7"/>
          <p:cNvSpPr/>
          <p:nvPr userDrawn="1"/>
        </p:nvSpPr>
        <p:spPr bwMode="white">
          <a:xfrm>
            <a:off x="1284743" y="1428131"/>
            <a:ext cx="947672" cy="947672"/>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a:xfrm>
            <a:off x="1285200" y="2667600"/>
            <a:ext cx="9619200" cy="3200400"/>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320614077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Agenda D. Full Width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7"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accent4"/>
                </a:solidFill>
              </a:rPr>
              <a:t>Agenda</a:t>
            </a:r>
          </a:p>
        </p:txBody>
      </p:sp>
      <p:cxnSp>
        <p:nvCxnSpPr>
          <p:cNvPr id="9" name="Straight Connector 8"/>
          <p:cNvCxnSpPr/>
          <p:nvPr userDrawn="1"/>
        </p:nvCxnSpPr>
        <p:spPr bwMode="white">
          <a:xfrm>
            <a:off x="618898" y="1206000"/>
            <a:ext cx="11576304" cy="0"/>
          </a:xfrm>
          <a:prstGeom prst="line">
            <a:avLst/>
          </a:prstGeom>
          <a:ln w="9525" cmpd="sng">
            <a:solidFill>
              <a:schemeClr val="accent4"/>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43396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Agenda D.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2" name="Object 1" hidden="1"/>
                      <p:cNvPicPr/>
                      <p:nvPr/>
                    </p:nvPicPr>
                    <p:blipFill>
                      <a:blip r:embed="rId5"/>
                      <a:stretch>
                        <a:fillRect/>
                      </a:stretch>
                    </p:blipFill>
                    <p:spPr>
                      <a:xfrm>
                        <a:off x="1588" y="1588"/>
                        <a:ext cx="1587" cy="1587"/>
                      </a:xfrm>
                      <a:prstGeom prst="rect">
                        <a:avLst/>
                      </a:prstGeom>
                    </p:spPr>
                  </p:pic>
                </p:oleObj>
              </mc:Fallback>
            </mc:AlternateContent>
          </a:graphicData>
        </a:graphic>
      </p:graphicFrame>
      <p:pic>
        <p:nvPicPr>
          <p:cNvPr id="23" name="Picture 22"/>
          <p:cNvPicPr>
            <a:picLocks noChangeAspect="1"/>
          </p:cNvPicPr>
          <p:nvPr userDrawn="1"/>
        </p:nvPicPr>
        <p:blipFill rotWithShape="1">
          <a:blip r:embed="rId6">
            <a:extLst>
              <a:ext uri="{28A0092B-C50C-407E-A947-70E740481C1C}">
                <a14:useLocalDpi xmlns:a14="http://schemas.microsoft.com/office/drawing/2010/main" val="0"/>
              </a:ext>
            </a:extLst>
          </a:blip>
          <a:srcRect l="29398" t="8741" r="101" b="27"/>
          <a:stretch/>
        </p:blipFill>
        <p:spPr bwMode="ltGray">
          <a:xfrm flipH="1">
            <a:off x="3671068" y="0"/>
            <a:ext cx="416951" cy="6858000"/>
          </a:xfrm>
          <a:prstGeom prst="rect">
            <a:avLst/>
          </a:prstGeom>
        </p:spPr>
      </p:pic>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2025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1" name="FooterSimple" hidden="1"/>
          <p:cNvSpPr txBox="1"/>
          <p:nvPr userDrawn="1">
            <p:custDataLst>
              <p:tags r:id="rId2"/>
            </p:custDataLst>
          </p:nvPr>
        </p:nvSpPr>
        <p:spPr>
          <a:xfrm rot="16200000">
            <a:off x="10561320" y="5117885"/>
            <a:ext cx="2743200" cy="96950"/>
          </a:xfrm>
          <a:prstGeom prst="rect">
            <a:avLst/>
          </a:prstGeom>
          <a:noFill/>
        </p:spPr>
        <p:txBody>
          <a:bodyPr wrap="square" lIns="0" tIns="0" rIns="0" bIns="0" rtlCol="0" anchor="b">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Strategy Consulting_Task 5_Stakeholder Map Template.pptx</a:t>
            </a:r>
            <a:endParaRPr lang="en-US" sz="700" dirty="0">
              <a:solidFill>
                <a:schemeClr val="bg1">
                  <a:lumMod val="50000"/>
                </a:schemeClr>
              </a:solidFill>
              <a:latin typeface="+mn-lt"/>
              <a:sym typeface="Trebuchet MS" panose="020B0603020202020204" pitchFamily="34" charset="0"/>
            </a:endParaRPr>
          </a:p>
        </p:txBody>
      </p:sp>
      <p:sp>
        <p:nvSpPr>
          <p:cNvPr id="10" name="TextBox 9"/>
          <p:cNvSpPr txBox="1"/>
          <p:nvPr userDrawn="1"/>
        </p:nvSpPr>
        <p:spPr>
          <a:xfrm>
            <a:off x="630000" y="3262145"/>
            <a:ext cx="1161047" cy="332399"/>
          </a:xfrm>
          <a:prstGeom prst="rect">
            <a:avLst/>
          </a:prstGeom>
          <a:noFill/>
        </p:spPr>
        <p:txBody>
          <a:bodyPr wrap="square" lIns="0" tIns="0" rIns="0" bIns="0" rtlCol="0" anchor="t">
            <a:spAutoFit/>
          </a:bodyPr>
          <a:lstStyle/>
          <a:p>
            <a:pPr>
              <a:lnSpc>
                <a:spcPct val="90000"/>
              </a:lnSpc>
              <a:spcAft>
                <a:spcPts val="600"/>
              </a:spcAft>
            </a:pPr>
            <a:r>
              <a:rPr lang="en-US" sz="2400" dirty="0">
                <a:solidFill>
                  <a:schemeClr val="bg1"/>
                </a:solidFill>
              </a:rPr>
              <a:t>Agenda</a:t>
            </a:r>
          </a:p>
        </p:txBody>
      </p:sp>
    </p:spTree>
    <p:extLst>
      <p:ext uri="{BB962C8B-B14F-4D97-AF65-F5344CB8AC3E}">
        <p14:creationId xmlns:p14="http://schemas.microsoft.com/office/powerpoint/2010/main" val="17847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Agenda 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Trebuchet MS" panose="020B0603020202020204" pitchFamily="34" charset="0"/>
                <a:sym typeface="Trebuchet MS" panose="020B0603020202020204" pitchFamily="34" charset="0"/>
              </a:rPr>
              <a:t>Table of contents</a:t>
            </a:r>
          </a:p>
        </p:txBody>
      </p:sp>
      <p:sp>
        <p:nvSpPr>
          <p:cNvPr id="2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2025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pic>
        <p:nvPicPr>
          <p:cNvPr id="9" name="Picture 8"/>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6578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theme" Target="../theme/theme1.xml"/><Relationship Id="rId7" Type="http://schemas.openxmlformats.org/officeDocument/2006/relationships/slideLayout" Target="../slideLayouts/slideLayout7.xml"/><Relationship Id="rId71" Type="http://schemas.openxmlformats.org/officeDocument/2006/relationships/image" Target="../media/image1.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tags" Target="../tags/tag2.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oleObject" Target="../embeddings/oleObject1.bin"/><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69"/>
            </p:custDataLst>
            <p:extLst>
              <p:ext uri="{D42A27DB-BD31-4B8C-83A1-F6EECF244321}">
                <p14:modId xmlns:p14="http://schemas.microsoft.com/office/powerpoint/2010/main" val="119414176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70" imgW="270" imgH="270" progId="TCLayout.ActiveDocument.1">
                  <p:embed/>
                </p:oleObj>
              </mc:Choice>
              <mc:Fallback>
                <p:oleObj name="think-cell Slide" r:id="rId70" imgW="270" imgH="270" progId="TCLayout.ActiveDocument.1">
                  <p:embed/>
                  <p:pic>
                    <p:nvPicPr>
                      <p:cNvPr id="0" name=""/>
                      <p:cNvPicPr/>
                      <p:nvPr/>
                    </p:nvPicPr>
                    <p:blipFill>
                      <a:blip r:embed="rId71"/>
                      <a:stretch>
                        <a:fillRect/>
                      </a:stretch>
                    </p:blipFill>
                    <p:spPr>
                      <a:xfrm>
                        <a:off x="1588" y="1588"/>
                        <a:ext cx="1587" cy="1587"/>
                      </a:xfrm>
                      <a:prstGeom prst="rect">
                        <a:avLst/>
                      </a:prstGeom>
                    </p:spPr>
                  </p:pic>
                </p:oleObj>
              </mc:Fallback>
            </mc:AlternateContent>
          </a:graphicData>
        </a:graphic>
      </p:graphicFrame>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9" name="Title Placeholder 1"/>
          <p:cNvSpPr>
            <a:spLocks noGrp="1"/>
          </p:cNvSpPr>
          <p:nvPr>
            <p:ph type="title"/>
          </p:nvPr>
        </p:nvSpPr>
        <p:spPr>
          <a:xfrm>
            <a:off x="630000" y="622800"/>
            <a:ext cx="10933350" cy="332399"/>
          </a:xfrm>
          <a:prstGeom prst="rect">
            <a:avLst/>
          </a:prstGeom>
        </p:spPr>
        <p:txBody>
          <a:bodyPr vert="horz" wrap="square" lIns="0" tIns="0" rIns="0" bIns="0" rtlCol="0" anchor="t">
            <a:spAutoFit/>
          </a:bodyPr>
          <a:lstStyle/>
          <a:p>
            <a:r>
              <a:rPr lang="en-US" dirty="0"/>
              <a:t>Click to add title</a:t>
            </a:r>
          </a:p>
        </p:txBody>
      </p:sp>
      <p:sp>
        <p:nvSpPr>
          <p:cNvPr id="4" name="Text Placeholder 3"/>
          <p:cNvSpPr>
            <a:spLocks noGrp="1"/>
          </p:cNvSpPr>
          <p:nvPr>
            <p:ph type="body" idx="1"/>
          </p:nvPr>
        </p:nvSpPr>
        <p:spPr>
          <a:xfrm>
            <a:off x="630000" y="1825625"/>
            <a:ext cx="10933350"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35336367"/>
      </p:ext>
    </p:extLst>
  </p:cSld>
  <p:clrMap bg1="lt1" tx1="dk1" bg2="lt2" tx2="dk2" accent1="accent1" accent2="accent2" accent3="accent3" accent4="accent4" accent5="accent5" accent6="accent6" hlink="hlink" folHlink="folHlink"/>
  <p:sldLayoutIdLst>
    <p:sldLayoutId id="2147485115" r:id="rId1"/>
    <p:sldLayoutId id="2147485086" r:id="rId2"/>
    <p:sldLayoutId id="2147485183" r:id="rId3"/>
    <p:sldLayoutId id="2147485158" r:id="rId4"/>
    <p:sldLayoutId id="2147485113" r:id="rId5"/>
    <p:sldLayoutId id="2147485114" r:id="rId6"/>
    <p:sldLayoutId id="2147485154" r:id="rId7"/>
    <p:sldLayoutId id="2147485162" r:id="rId8"/>
    <p:sldLayoutId id="2147485149" r:id="rId9"/>
    <p:sldLayoutId id="2147485087" r:id="rId10"/>
    <p:sldLayoutId id="2147485112" r:id="rId11"/>
    <p:sldLayoutId id="2147485155" r:id="rId12"/>
    <p:sldLayoutId id="2147485164" r:id="rId13"/>
    <p:sldLayoutId id="2147485109" r:id="rId14"/>
    <p:sldLayoutId id="2147485165" r:id="rId15"/>
    <p:sldLayoutId id="2147485110" r:id="rId16"/>
    <p:sldLayoutId id="2147485166" r:id="rId17"/>
    <p:sldLayoutId id="2147485156" r:id="rId18"/>
    <p:sldLayoutId id="2147485167" r:id="rId19"/>
    <p:sldLayoutId id="2147485108" r:id="rId20"/>
    <p:sldLayoutId id="2147485107" r:id="rId21"/>
    <p:sldLayoutId id="2147485106" r:id="rId22"/>
    <p:sldLayoutId id="2147485090" r:id="rId23"/>
    <p:sldLayoutId id="2147485091" r:id="rId24"/>
    <p:sldLayoutId id="2147485092" r:id="rId25"/>
    <p:sldLayoutId id="2147485093" r:id="rId26"/>
    <p:sldLayoutId id="2147485116" r:id="rId27"/>
    <p:sldLayoutId id="2147485161" r:id="rId28"/>
    <p:sldLayoutId id="2147485159" r:id="rId29"/>
    <p:sldLayoutId id="2147485119" r:id="rId30"/>
    <p:sldLayoutId id="2147485184" r:id="rId31"/>
    <p:sldLayoutId id="2147485137" r:id="rId32"/>
    <p:sldLayoutId id="2147485120" r:id="rId33"/>
    <p:sldLayoutId id="2147485121" r:id="rId34"/>
    <p:sldLayoutId id="2147485141" r:id="rId35"/>
    <p:sldLayoutId id="2147485163" r:id="rId36"/>
    <p:sldLayoutId id="2147485139" r:id="rId37"/>
    <p:sldLayoutId id="2147485140" r:id="rId38"/>
    <p:sldLayoutId id="2147485122" r:id="rId39"/>
    <p:sldLayoutId id="2147485123" r:id="rId40"/>
    <p:sldLayoutId id="2147485151" r:id="rId41"/>
    <p:sldLayoutId id="2147485168" r:id="rId42"/>
    <p:sldLayoutId id="2147485127" r:id="rId43"/>
    <p:sldLayoutId id="2147485169" r:id="rId44"/>
    <p:sldLayoutId id="2147485126" r:id="rId45"/>
    <p:sldLayoutId id="2147485170" r:id="rId46"/>
    <p:sldLayoutId id="2147485153" r:id="rId47"/>
    <p:sldLayoutId id="2147485171" r:id="rId48"/>
    <p:sldLayoutId id="2147485128" r:id="rId49"/>
    <p:sldLayoutId id="2147485129" r:id="rId50"/>
    <p:sldLayoutId id="2147485130" r:id="rId51"/>
    <p:sldLayoutId id="2147485131" r:id="rId52"/>
    <p:sldLayoutId id="2147485145" r:id="rId53"/>
    <p:sldLayoutId id="2147485133" r:id="rId54"/>
    <p:sldLayoutId id="2147485144" r:id="rId55"/>
    <p:sldLayoutId id="2147485134" r:id="rId56"/>
    <p:sldLayoutId id="2147485146" r:id="rId57"/>
    <p:sldLayoutId id="2147485160" r:id="rId58"/>
    <p:sldLayoutId id="2147485172" r:id="rId59"/>
    <p:sldLayoutId id="2147485173" r:id="rId60"/>
    <p:sldLayoutId id="2147485174" r:id="rId61"/>
    <p:sldLayoutId id="2147485175" r:id="rId62"/>
    <p:sldLayoutId id="2147485176" r:id="rId63"/>
    <p:sldLayoutId id="2147485177" r:id="rId64"/>
    <p:sldLayoutId id="2147485178" r:id="rId65"/>
    <p:sldLayoutId id="2147485179" r:id="rId66"/>
    <p:sldLayoutId id="2147485180" r:id="rId6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sldNum="0" hdr="0" ftr="0" dt="0"/>
  <p:txStyles>
    <p:titleStyle>
      <a:lvl1pPr algn="l" defTabSz="914400" rtl="0" eaLnBrk="1" latinLnBrk="0" hangingPunct="1">
        <a:lnSpc>
          <a:spcPct val="90000"/>
        </a:lnSpc>
        <a:spcBef>
          <a:spcPct val="0"/>
        </a:spcBef>
        <a:buNone/>
        <a:defRPr sz="2400" kern="1200">
          <a:solidFill>
            <a:schemeClr val="tx2"/>
          </a:solidFill>
          <a:latin typeface="+mj-lt"/>
          <a:ea typeface="+mj-ea"/>
          <a:cs typeface="+mj-cs"/>
          <a:sym typeface="Trebuchet MS" panose="020B0603020202020204" pitchFamily="34" charset="0"/>
        </a:defRPr>
      </a:lvl1pPr>
    </p:titleStyle>
    <p:bodyStyle>
      <a:lvl1pPr marL="0" indent="0" algn="l" defTabSz="914400" rtl="0" eaLnBrk="1" latinLnBrk="0" hangingPunct="1">
        <a:lnSpc>
          <a:spcPct val="110000"/>
        </a:lnSpc>
        <a:spcBef>
          <a:spcPts val="600"/>
        </a:spcBef>
        <a:spcAft>
          <a:spcPts val="300"/>
        </a:spcAft>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1pPr>
      <a:lvl2pPr marL="284400" indent="-172800" algn="l" defTabSz="914400" rtl="0" eaLnBrk="1" latinLnBrk="0" hangingPunct="1">
        <a:lnSpc>
          <a:spcPct val="90000"/>
        </a:lnSpc>
        <a:spcBef>
          <a:spcPts val="0"/>
        </a:spcBef>
        <a:spcAft>
          <a:spcPts val="300"/>
        </a:spcAft>
        <a:buClr>
          <a:schemeClr val="tx2"/>
        </a:buClr>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2pPr>
      <a:lvl3pPr marL="511200" indent="-165600" algn="l" defTabSz="914400" rtl="0" eaLnBrk="1" latinLnBrk="0" hangingPunct="1">
        <a:lnSpc>
          <a:spcPct val="90000"/>
        </a:lnSpc>
        <a:spcBef>
          <a:spcPts val="0"/>
        </a:spcBef>
        <a:spcAft>
          <a:spcPts val="300"/>
        </a:spcAft>
        <a:buClr>
          <a:schemeClr val="tx2"/>
        </a:buClr>
        <a:buFont typeface="Trebuchet MS" panose="020B0603020202020204" pitchFamily="34" charset="0"/>
        <a:buChar char="–"/>
        <a:defRPr lang="en-US" sz="1200" kern="1200">
          <a:solidFill>
            <a:schemeClr val="tx1"/>
          </a:solidFill>
          <a:latin typeface="+mn-lt"/>
          <a:ea typeface="+mn-ea"/>
          <a:cs typeface="+mn-cs"/>
          <a:sym typeface="Trebuchet MS" panose="020B0603020202020204" pitchFamily="34" charset="0"/>
        </a:defRPr>
      </a:lvl3pPr>
      <a:lvl4pPr marL="0" indent="0" algn="l" defTabSz="914400" rtl="0" eaLnBrk="1" latinLnBrk="0" hangingPunct="1">
        <a:lnSpc>
          <a:spcPct val="110000"/>
        </a:lnSpc>
        <a:spcBef>
          <a:spcPts val="300"/>
        </a:spcBef>
        <a:spcAft>
          <a:spcPts val="300"/>
        </a:spcAft>
        <a:buClr>
          <a:schemeClr val="tx2"/>
        </a:buClr>
        <a:buFont typeface="Arial" panose="020B0604020202020204" pitchFamily="34" charset="0"/>
        <a:buChar char="​"/>
        <a:defRPr lang="en-US" sz="1600" kern="1200">
          <a:solidFill>
            <a:schemeClr val="tx2"/>
          </a:solidFill>
          <a:latin typeface="+mn-lt"/>
          <a:ea typeface="+mn-ea"/>
          <a:cs typeface="+mn-cs"/>
          <a:sym typeface="Trebuchet MS" panose="020B0603020202020204" pitchFamily="34" charset="0"/>
        </a:defRPr>
      </a:lvl4pPr>
      <a:lvl5pPr marL="0" indent="0" algn="l" defTabSz="914400" rtl="0" eaLnBrk="1" latinLnBrk="0" hangingPunct="1">
        <a:lnSpc>
          <a:spcPct val="100000"/>
        </a:lnSpc>
        <a:spcBef>
          <a:spcPts val="0"/>
        </a:spcBef>
        <a:spcAft>
          <a:spcPts val="300"/>
        </a:spcAft>
        <a:buClrTx/>
        <a:buFont typeface="Arial" panose="020B0604020202020204" pitchFamily="34" charset="0"/>
        <a:buChar char="​"/>
        <a:defRPr lang="en-US" sz="1600" b="1" kern="1200" smtClean="0">
          <a:solidFill>
            <a:schemeClr val="tx1"/>
          </a:solidFill>
          <a:latin typeface="+mn-lt"/>
          <a:ea typeface="+mn-ea"/>
          <a:cs typeface="+mn-cs"/>
          <a:sym typeface="Trebuchet MS" panose="020B0603020202020204" pitchFamily="34" charset="0"/>
        </a:defRPr>
      </a:lvl5pPr>
      <a:lvl6pPr marL="269875" indent="-152400" algn="l" defTabSz="914400" rtl="0" eaLnBrk="1" latinLnBrk="0" hangingPunct="1">
        <a:lnSpc>
          <a:spcPct val="90000"/>
        </a:lnSpc>
        <a:spcBef>
          <a:spcPts val="0"/>
        </a:spcBef>
        <a:spcAft>
          <a:spcPts val="600"/>
        </a:spcAft>
        <a:buClr>
          <a:schemeClr val="tx2"/>
        </a:buClr>
        <a:buFont typeface="Arial" panose="020B0604020202020204" pitchFamily="34" charset="0"/>
        <a:buChar char="•"/>
        <a:defRPr lang="en-US" sz="1600" kern="1200" smtClean="0">
          <a:solidFill>
            <a:schemeClr val="tx1"/>
          </a:solidFill>
          <a:latin typeface="+mn-lt"/>
          <a:ea typeface="+mn-ea"/>
          <a:cs typeface="+mn-cs"/>
          <a:sym typeface="Trebuchet MS" panose="020B0603020202020204" pitchFamily="34" charset="0"/>
        </a:defRPr>
      </a:lvl6pPr>
      <a:lvl7pPr marL="0" indent="0" algn="l" defTabSz="914400" rtl="0" eaLnBrk="1" latinLnBrk="0" hangingPunct="1">
        <a:lnSpc>
          <a:spcPct val="90000"/>
        </a:lnSpc>
        <a:spcBef>
          <a:spcPts val="900"/>
        </a:spcBef>
        <a:spcAft>
          <a:spcPts val="900"/>
        </a:spcAft>
        <a:buFont typeface="Arial" panose="020B0604020202020204" pitchFamily="34" charset="0"/>
        <a:buChar char="​"/>
        <a:defRPr lang="en-US" sz="4400" kern="1200" baseline="0" smtClean="0">
          <a:solidFill>
            <a:schemeClr val="tx1"/>
          </a:solidFill>
          <a:latin typeface="+mn-lt"/>
          <a:ea typeface="+mn-ea"/>
          <a:cs typeface="+mn-cs"/>
          <a:sym typeface="Trebuchet MS" panose="020B0603020202020204" pitchFamily="34" charset="0"/>
        </a:defRPr>
      </a:lvl7pPr>
      <a:lvl8pPr marL="0" indent="0" algn="l" defTabSz="914400" rtl="0" eaLnBrk="1" latinLnBrk="0" hangingPunct="1">
        <a:lnSpc>
          <a:spcPct val="90000"/>
        </a:lnSpc>
        <a:spcBef>
          <a:spcPts val="900"/>
        </a:spcBef>
        <a:spcAft>
          <a:spcPts val="0"/>
        </a:spcAft>
        <a:buFont typeface="Arial" panose="020B0604020202020204" pitchFamily="34" charset="0"/>
        <a:buChar char="​"/>
        <a:defRPr lang="en-US" sz="5400" kern="1200" baseline="0" smtClean="0">
          <a:solidFill>
            <a:schemeClr val="tx2"/>
          </a:solidFill>
          <a:latin typeface="+mn-lt"/>
          <a:ea typeface="+mn-ea"/>
          <a:cs typeface="+mn-cs"/>
          <a:sym typeface="Trebuchet MS" panose="020B0603020202020204" pitchFamily="34" charset="0"/>
        </a:defRPr>
      </a:lvl8pPr>
      <a:lvl9pPr marL="0" indent="0" algn="l" defTabSz="914400" rtl="0" eaLnBrk="1" latinLnBrk="0" hangingPunct="1">
        <a:lnSpc>
          <a:spcPct val="100000"/>
        </a:lnSpc>
        <a:spcBef>
          <a:spcPts val="0"/>
        </a:spcBef>
        <a:spcAft>
          <a:spcPts val="900"/>
        </a:spcAft>
        <a:buFont typeface="Arial" panose="020B0604020202020204" pitchFamily="34" charset="0"/>
        <a:buChar char="​"/>
        <a:defRPr lang="en-US" sz="2400" kern="1200" baseline="0" dirty="0">
          <a:solidFill>
            <a:schemeClr val="tx2"/>
          </a:solidFill>
          <a:latin typeface="+mn-lt"/>
          <a:ea typeface="+mn-ea"/>
          <a:cs typeface="+mn-cs"/>
          <a:sym typeface="Trebuchet MS" panose="020B0603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11" userDrawn="1">
          <p15:clr>
            <a:srgbClr val="F26B43"/>
          </p15:clr>
        </p15:guide>
        <p15:guide id="2" pos="396" userDrawn="1">
          <p15:clr>
            <a:srgbClr val="F26B43"/>
          </p15:clr>
        </p15:guide>
        <p15:guide id="3" pos="7284" userDrawn="1">
          <p15:clr>
            <a:srgbClr val="F26B43"/>
          </p15:clr>
        </p15:guide>
        <p15:guide id="4" orient="horz" pos="3881"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11.emf"/><Relationship Id="rId3" Type="http://schemas.openxmlformats.org/officeDocument/2006/relationships/tags" Target="../tags/tag84.xml"/><Relationship Id="rId7" Type="http://schemas.openxmlformats.org/officeDocument/2006/relationships/oleObject" Target="../embeddings/oleObject17.bin"/><Relationship Id="rId2" Type="http://schemas.openxmlformats.org/officeDocument/2006/relationships/tags" Target="../tags/tag83.xml"/><Relationship Id="rId1" Type="http://schemas.openxmlformats.org/officeDocument/2006/relationships/tags" Target="../tags/tag82.xml"/><Relationship Id="rId6" Type="http://schemas.openxmlformats.org/officeDocument/2006/relationships/image" Target="../media/image10.emf"/><Relationship Id="rId11" Type="http://schemas.openxmlformats.org/officeDocument/2006/relationships/chart" Target="../charts/chart3.xml"/><Relationship Id="rId5" Type="http://schemas.openxmlformats.org/officeDocument/2006/relationships/oleObject" Target="../embeddings/oleObject16.bin"/><Relationship Id="rId10" Type="http://schemas.openxmlformats.org/officeDocument/2006/relationships/chart" Target="../charts/chart2.xml"/><Relationship Id="rId4" Type="http://schemas.openxmlformats.org/officeDocument/2006/relationships/slideLayout" Target="../slideLayouts/slideLayout2.xml"/><Relationship Id="rId9" Type="http://schemas.openxmlformats.org/officeDocument/2006/relationships/chart" Target="../charts/char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8DB88079-4CFC-3A07-EAC6-F42F83D9F7FC}"/>
            </a:ext>
          </a:extLst>
        </p:cNvPr>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2F3865D3-5602-FB72-4DDC-D8D544E43DC7}"/>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286" imgH="286" progId="TCLayout.ActiveDocument.1">
                  <p:embed/>
                </p:oleObj>
              </mc:Choice>
              <mc:Fallback>
                <p:oleObj name="think-cell Slide" r:id="rId5" imgW="286" imgH="286" progId="TCLayout.ActiveDocument.1">
                  <p:embed/>
                  <p:pic>
                    <p:nvPicPr>
                      <p:cNvPr id="4" name="Object 3" hidden="1">
                        <a:extLst>
                          <a:ext uri="{FF2B5EF4-FFF2-40B4-BE49-F238E27FC236}">
                            <a16:creationId xmlns:a16="http://schemas.microsoft.com/office/drawing/2014/main" id="{2F3865D3-5602-FB72-4DDC-D8D544E43DC7}"/>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 name="Title 2">
            <a:extLst>
              <a:ext uri="{FF2B5EF4-FFF2-40B4-BE49-F238E27FC236}">
                <a16:creationId xmlns:a16="http://schemas.microsoft.com/office/drawing/2014/main" id="{4204233E-D808-43F8-E8D2-630EBED07FDB}"/>
              </a:ext>
            </a:extLst>
          </p:cNvPr>
          <p:cNvSpPr>
            <a:spLocks noGrp="1"/>
          </p:cNvSpPr>
          <p:nvPr>
            <p:ph type="title"/>
          </p:nvPr>
        </p:nvSpPr>
        <p:spPr>
          <a:xfrm>
            <a:off x="641671" y="396164"/>
            <a:ext cx="10933200" cy="498598"/>
          </a:xfrm>
        </p:spPr>
        <p:txBody>
          <a:bodyPr anchor="t"/>
          <a:lstStyle/>
          <a:p>
            <a:pPr algn="ctr"/>
            <a:r>
              <a:rPr lang="en-US" sz="3600" dirty="0">
                <a:solidFill>
                  <a:schemeClr val="accent1"/>
                </a:solidFill>
                <a:latin typeface="Times New Roman" panose="02020603050405020304" pitchFamily="18" charset="0"/>
                <a:cs typeface="Times New Roman" panose="02020603050405020304" pitchFamily="18" charset="0"/>
              </a:rPr>
              <a:t>Task 2 (Data Visualizations)</a:t>
            </a:r>
          </a:p>
        </p:txBody>
      </p:sp>
      <p:sp>
        <p:nvSpPr>
          <p:cNvPr id="2" name="Rectangle 1">
            <a:extLst>
              <a:ext uri="{FF2B5EF4-FFF2-40B4-BE49-F238E27FC236}">
                <a16:creationId xmlns:a16="http://schemas.microsoft.com/office/drawing/2014/main" id="{477E036F-AF50-32A5-AA87-4A97F3F6A88D}"/>
              </a:ext>
            </a:extLst>
          </p:cNvPr>
          <p:cNvSpPr/>
          <p:nvPr/>
        </p:nvSpPr>
        <p:spPr>
          <a:xfrm>
            <a:off x="641671" y="5371165"/>
            <a:ext cx="10933200" cy="957888"/>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600" b="1" dirty="0">
                <a:solidFill>
                  <a:srgbClr val="000000"/>
                </a:solidFill>
              </a:rPr>
              <a:t>Recommendation:  </a:t>
            </a:r>
            <a:r>
              <a:rPr lang="en-US" sz="1600" dirty="0">
                <a:solidFill>
                  <a:srgbClr val="000000"/>
                </a:solidFill>
                <a:latin typeface="Times New Roman" panose="02020603050405020304" pitchFamily="18" charset="0"/>
                <a:cs typeface="Times New Roman" panose="02020603050405020304" pitchFamily="18" charset="0"/>
              </a:rPr>
              <a:t>I recommend that Client should double down with Campaign A(Formal Toned) + Email. This  campaign channel has generated over $2K revenue. </a:t>
            </a:r>
            <a:r>
              <a:rPr lang="en-US" dirty="0">
                <a:latin typeface="Times New Roman" panose="02020603050405020304" pitchFamily="18" charset="0"/>
                <a:cs typeface="Times New Roman" panose="02020603050405020304" pitchFamily="18" charset="0"/>
              </a:rPr>
              <a:t> </a:t>
            </a:r>
            <a:r>
              <a:rPr lang="en-US" dirty="0">
                <a:solidFill>
                  <a:schemeClr val="tx1">
                    <a:lumMod val="50000"/>
                  </a:schemeClr>
                </a:solidFill>
                <a:latin typeface="Times New Roman" panose="02020603050405020304" pitchFamily="18" charset="0"/>
                <a:cs typeface="Times New Roman" panose="02020603050405020304" pitchFamily="18" charset="0"/>
              </a:rPr>
              <a:t>Email proved to be the most effective channel for acquiring new customers, making Campaign A + Email the clear priority for </a:t>
            </a:r>
            <a:r>
              <a:rPr lang="en-US">
                <a:solidFill>
                  <a:schemeClr val="tx1">
                    <a:lumMod val="50000"/>
                  </a:schemeClr>
                </a:solidFill>
                <a:latin typeface="Times New Roman" panose="02020603050405020304" pitchFamily="18" charset="0"/>
                <a:cs typeface="Times New Roman" panose="02020603050405020304" pitchFamily="18" charset="0"/>
              </a:rPr>
              <a:t>growth investment</a:t>
            </a:r>
            <a:endParaRPr lang="en-US" sz="1200" dirty="0">
              <a:solidFill>
                <a:schemeClr val="tx1">
                  <a:lumMod val="50000"/>
                </a:schemeClr>
              </a:solidFill>
              <a:latin typeface="Times New Roman" panose="02020603050405020304" pitchFamily="18" charset="0"/>
              <a:cs typeface="Times New Roman" panose="02020603050405020304" pitchFamily="18" charset="0"/>
            </a:endParaRPr>
          </a:p>
        </p:txBody>
      </p:sp>
      <p:sp>
        <p:nvSpPr>
          <p:cNvPr id="8" name="Rectangle 7">
            <a:extLst>
              <a:ext uri="{FF2B5EF4-FFF2-40B4-BE49-F238E27FC236}">
                <a16:creationId xmlns:a16="http://schemas.microsoft.com/office/drawing/2014/main" id="{942B0D30-68D6-1748-728E-7FA73A5976EC}"/>
              </a:ext>
            </a:extLst>
          </p:cNvPr>
          <p:cNvSpPr/>
          <p:nvPr/>
        </p:nvSpPr>
        <p:spPr>
          <a:xfrm>
            <a:off x="741247" y="1192356"/>
            <a:ext cx="2328814" cy="523220"/>
          </a:xfrm>
          <a:prstGeom prst="rect">
            <a:avLst/>
          </a:prstGeom>
          <a:noFill/>
          <a:ln w="9525" cap="rnd" cmpd="sng" algn="ctr">
            <a:noFill/>
            <a:prstDash val="solid"/>
            <a:round/>
            <a:headEnd type="none" w="med" len="med"/>
            <a:tailEnd type="none" w="med" len="me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rnd" cmpd="sng" algn="ctr">
                <a:solidFill>
                  <a:srgbClr val="2C2C2C"/>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dirty="0">
                <a:solidFill>
                  <a:schemeClr val="accent6">
                    <a:lumMod val="75000"/>
                  </a:schemeClr>
                </a:solidFill>
                <a:latin typeface="Times New Roman" panose="02020603050405020304" pitchFamily="18" charset="0"/>
                <a:cs typeface="Times New Roman" panose="02020603050405020304" pitchFamily="18" charset="0"/>
              </a:rPr>
              <a:t>New Customer Sales by Campaign &amp; Channel</a:t>
            </a:r>
            <a:endParaRPr lang="en-US" sz="1050" b="1" dirty="0">
              <a:solidFill>
                <a:schemeClr val="accent6">
                  <a:lumMod val="75000"/>
                </a:schemeClr>
              </a:solidFill>
              <a:latin typeface="Times New Roman" panose="02020603050405020304" pitchFamily="18" charset="0"/>
              <a:cs typeface="Times New Roman" panose="02020603050405020304" pitchFamily="18" charset="0"/>
            </a:endParaRPr>
          </a:p>
        </p:txBody>
      </p:sp>
      <p:graphicFrame>
        <p:nvGraphicFramePr>
          <p:cNvPr id="17" name="Object 16" hidden="1">
            <a:extLst>
              <a:ext uri="{FF2B5EF4-FFF2-40B4-BE49-F238E27FC236}">
                <a16:creationId xmlns:a16="http://schemas.microsoft.com/office/drawing/2014/main" id="{C2F07A64-3882-0D42-C3A9-A3E2E5ACA011}"/>
              </a:ext>
            </a:extLst>
          </p:cNvPr>
          <p:cNvGraphicFramePr>
            <a:graphicFrameLocks noChangeAspect="1"/>
          </p:cNvGraphicFramePr>
          <p:nvPr>
            <p:custDataLst>
              <p:tags r:id="rId2"/>
            </p:custDataLst>
          </p:nvPr>
        </p:nvGraphicFramePr>
        <p:xfrm>
          <a:off x="153988" y="153988"/>
          <a:ext cx="1587" cy="1587"/>
        </p:xfrm>
        <a:graphic>
          <a:graphicData uri="http://schemas.openxmlformats.org/presentationml/2006/ole">
            <mc:AlternateContent xmlns:mc="http://schemas.openxmlformats.org/markup-compatibility/2006">
              <mc:Choice xmlns:v="urn:schemas-microsoft-com:vml" Requires="v">
                <p:oleObj name="think-cell Slide" r:id="rId7" imgW="270" imgH="270" progId="TCLayout.ActiveDocument.1">
                  <p:embed/>
                </p:oleObj>
              </mc:Choice>
              <mc:Fallback>
                <p:oleObj name="think-cell Slide" r:id="rId7" imgW="270" imgH="270" progId="TCLayout.ActiveDocument.1">
                  <p:embed/>
                  <p:pic>
                    <p:nvPicPr>
                      <p:cNvPr id="17" name="Object 16" hidden="1">
                        <a:extLst>
                          <a:ext uri="{FF2B5EF4-FFF2-40B4-BE49-F238E27FC236}">
                            <a16:creationId xmlns:a16="http://schemas.microsoft.com/office/drawing/2014/main" id="{C2F07A64-3882-0D42-C3A9-A3E2E5ACA011}"/>
                          </a:ext>
                        </a:extLst>
                      </p:cNvPr>
                      <p:cNvPicPr/>
                      <p:nvPr/>
                    </p:nvPicPr>
                    <p:blipFill>
                      <a:blip r:embed="rId8"/>
                      <a:stretch>
                        <a:fillRect/>
                      </a:stretch>
                    </p:blipFill>
                    <p:spPr>
                      <a:xfrm>
                        <a:off x="153988" y="153988"/>
                        <a:ext cx="1587" cy="1587"/>
                      </a:xfrm>
                      <a:prstGeom prst="rect">
                        <a:avLst/>
                      </a:prstGeom>
                    </p:spPr>
                  </p:pic>
                </p:oleObj>
              </mc:Fallback>
            </mc:AlternateContent>
          </a:graphicData>
        </a:graphic>
      </p:graphicFrame>
      <p:sp>
        <p:nvSpPr>
          <p:cNvPr id="18" name="Rectangle 17" hidden="1">
            <a:extLst>
              <a:ext uri="{FF2B5EF4-FFF2-40B4-BE49-F238E27FC236}">
                <a16:creationId xmlns:a16="http://schemas.microsoft.com/office/drawing/2014/main" id="{F3373025-70F2-206E-C2A9-CF622E9D0E06}"/>
              </a:ext>
            </a:extLst>
          </p:cNvPr>
          <p:cNvSpPr/>
          <p:nvPr>
            <p:custDataLst>
              <p:tags r:id="rId3"/>
            </p:custDataLst>
          </p:nvPr>
        </p:nvSpPr>
        <p:spPr bwMode="gray">
          <a:xfrm>
            <a:off x="152400" y="15240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Bef>
                <a:spcPct val="0"/>
              </a:spcBef>
              <a:spcAft>
                <a:spcPct val="0"/>
              </a:spcAft>
            </a:pPr>
            <a:endParaRPr lang="en-US" sz="1600">
              <a:solidFill>
                <a:srgbClr val="FFFFFF"/>
              </a:solidFill>
              <a:latin typeface="Trebuchet MS" panose="020B0603020202020204" pitchFamily="34" charset="0"/>
              <a:sym typeface="Trebuchet MS" panose="020B0603020202020204" pitchFamily="34" charset="0"/>
            </a:endParaRPr>
          </a:p>
        </p:txBody>
      </p:sp>
      <p:sp>
        <p:nvSpPr>
          <p:cNvPr id="50" name="Rectangle 49">
            <a:extLst>
              <a:ext uri="{FF2B5EF4-FFF2-40B4-BE49-F238E27FC236}">
                <a16:creationId xmlns:a16="http://schemas.microsoft.com/office/drawing/2014/main" id="{E9B0969E-E6A1-262E-0D0C-27C4EB66645E}"/>
              </a:ext>
            </a:extLst>
          </p:cNvPr>
          <p:cNvSpPr/>
          <p:nvPr/>
        </p:nvSpPr>
        <p:spPr>
          <a:xfrm>
            <a:off x="271438" y="1715577"/>
            <a:ext cx="3607061" cy="2950611"/>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endParaRPr lang="en-US" sz="1200" dirty="0">
              <a:solidFill>
                <a:srgbClr val="000000"/>
              </a:solidFill>
            </a:endParaRPr>
          </a:p>
        </p:txBody>
      </p:sp>
      <p:sp>
        <p:nvSpPr>
          <p:cNvPr id="51" name="Rectangle 50">
            <a:extLst>
              <a:ext uri="{FF2B5EF4-FFF2-40B4-BE49-F238E27FC236}">
                <a16:creationId xmlns:a16="http://schemas.microsoft.com/office/drawing/2014/main" id="{BF4368DF-6E20-14F0-6E67-1E1CD9E7A1F1}"/>
              </a:ext>
            </a:extLst>
          </p:cNvPr>
          <p:cNvSpPr/>
          <p:nvPr/>
        </p:nvSpPr>
        <p:spPr>
          <a:xfrm>
            <a:off x="4140178" y="1708638"/>
            <a:ext cx="3527110" cy="2964488"/>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endParaRPr lang="en-US" sz="1200" dirty="0">
              <a:solidFill>
                <a:srgbClr val="000000"/>
              </a:solidFill>
            </a:endParaRPr>
          </a:p>
        </p:txBody>
      </p:sp>
      <p:sp>
        <p:nvSpPr>
          <p:cNvPr id="52" name="Rectangle 51">
            <a:extLst>
              <a:ext uri="{FF2B5EF4-FFF2-40B4-BE49-F238E27FC236}">
                <a16:creationId xmlns:a16="http://schemas.microsoft.com/office/drawing/2014/main" id="{E2B2A643-298F-D571-396A-2AD97701D1C3}"/>
              </a:ext>
            </a:extLst>
          </p:cNvPr>
          <p:cNvSpPr/>
          <p:nvPr/>
        </p:nvSpPr>
        <p:spPr>
          <a:xfrm>
            <a:off x="7995483" y="1714962"/>
            <a:ext cx="3808589" cy="2980701"/>
          </a:xfrm>
          <a:prstGeom prst="rect">
            <a:avLst/>
          </a:prstGeom>
          <a:solidFill>
            <a:srgbClr val="FFFFFF"/>
          </a:solidFill>
          <a:ln w="9525" cap="rnd" cmpd="sng" algn="ctr">
            <a:noFill/>
            <a:prstDash val="solid"/>
            <a:round/>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endParaRPr lang="en-US" sz="1200" dirty="0">
              <a:solidFill>
                <a:srgbClr val="000000"/>
              </a:solidFill>
            </a:endParaRPr>
          </a:p>
        </p:txBody>
      </p:sp>
      <p:sp>
        <p:nvSpPr>
          <p:cNvPr id="53" name="Rectangle 52">
            <a:extLst>
              <a:ext uri="{FF2B5EF4-FFF2-40B4-BE49-F238E27FC236}">
                <a16:creationId xmlns:a16="http://schemas.microsoft.com/office/drawing/2014/main" id="{B52E5477-8A78-817E-6DEC-CF5CD1757B04}"/>
              </a:ext>
            </a:extLst>
          </p:cNvPr>
          <p:cNvSpPr/>
          <p:nvPr/>
        </p:nvSpPr>
        <p:spPr>
          <a:xfrm>
            <a:off x="4606366" y="1238520"/>
            <a:ext cx="2328814" cy="523220"/>
          </a:xfrm>
          <a:prstGeom prst="rect">
            <a:avLst/>
          </a:prstGeom>
          <a:noFill/>
          <a:ln w="9525" cap="rnd" cmpd="sng" algn="ctr">
            <a:noFill/>
            <a:prstDash val="solid"/>
            <a:round/>
            <a:headEnd type="none" w="med" len="med"/>
            <a:tailEnd type="none" w="med" len="me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rnd" cmpd="sng" algn="ctr">
                <a:solidFill>
                  <a:srgbClr val="2C2C2C"/>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dirty="0">
                <a:solidFill>
                  <a:schemeClr val="accent6">
                    <a:lumMod val="75000"/>
                  </a:schemeClr>
                </a:solidFill>
                <a:latin typeface="Times New Roman" panose="02020603050405020304" pitchFamily="18" charset="0"/>
                <a:cs typeface="Times New Roman" panose="02020603050405020304" pitchFamily="18" charset="0"/>
              </a:rPr>
              <a:t>Campaign &amp; Channel Mix Analysis </a:t>
            </a:r>
          </a:p>
        </p:txBody>
      </p:sp>
      <p:sp>
        <p:nvSpPr>
          <p:cNvPr id="54" name="Rectangle 53">
            <a:extLst>
              <a:ext uri="{FF2B5EF4-FFF2-40B4-BE49-F238E27FC236}">
                <a16:creationId xmlns:a16="http://schemas.microsoft.com/office/drawing/2014/main" id="{AC2F7AF7-DC76-6C1A-0458-2264EDF24BF9}"/>
              </a:ext>
            </a:extLst>
          </p:cNvPr>
          <p:cNvSpPr/>
          <p:nvPr/>
        </p:nvSpPr>
        <p:spPr>
          <a:xfrm>
            <a:off x="8471485" y="1181176"/>
            <a:ext cx="2328814" cy="523220"/>
          </a:xfrm>
          <a:prstGeom prst="rect">
            <a:avLst/>
          </a:prstGeom>
          <a:noFill/>
          <a:ln w="9525" cap="rnd" cmpd="sng" algn="ctr">
            <a:noFill/>
            <a:prstDash val="solid"/>
            <a:round/>
            <a:headEnd type="none" w="med" len="med"/>
            <a:tailEnd type="none" w="med" len="med"/>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rnd" cmpd="sng" algn="ctr">
                <a:solidFill>
                  <a:srgbClr val="2C2C2C"/>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dirty="0">
                <a:solidFill>
                  <a:schemeClr val="accent6">
                    <a:lumMod val="75000"/>
                  </a:schemeClr>
                </a:solidFill>
                <a:latin typeface="Times New Roman" panose="02020603050405020304" pitchFamily="18" charset="0"/>
                <a:cs typeface="Times New Roman" panose="02020603050405020304" pitchFamily="18" charset="0"/>
              </a:rPr>
              <a:t>Top Performer: Campaign A + Email</a:t>
            </a:r>
          </a:p>
        </p:txBody>
      </p:sp>
      <p:sp>
        <p:nvSpPr>
          <p:cNvPr id="5" name="Rectangle 4">
            <a:extLst>
              <a:ext uri="{FF2B5EF4-FFF2-40B4-BE49-F238E27FC236}">
                <a16:creationId xmlns:a16="http://schemas.microsoft.com/office/drawing/2014/main" id="{DA3175F1-F880-FD13-5347-0D98BDB0DD10}"/>
              </a:ext>
            </a:extLst>
          </p:cNvPr>
          <p:cNvSpPr/>
          <p:nvPr/>
        </p:nvSpPr>
        <p:spPr>
          <a:xfrm>
            <a:off x="11804073" y="3685308"/>
            <a:ext cx="290946" cy="2951018"/>
          </a:xfrm>
          <a:prstGeom prst="rect">
            <a:avLst/>
          </a:prstGeom>
          <a:solidFill>
            <a:schemeClr val="bg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sp>
        <p:nvSpPr>
          <p:cNvPr id="6" name="Rectangle 5">
            <a:extLst>
              <a:ext uri="{FF2B5EF4-FFF2-40B4-BE49-F238E27FC236}">
                <a16:creationId xmlns:a16="http://schemas.microsoft.com/office/drawing/2014/main" id="{481B1DE6-2CDC-940C-8490-377786C3D307}"/>
              </a:ext>
            </a:extLst>
          </p:cNvPr>
          <p:cNvSpPr/>
          <p:nvPr/>
        </p:nvSpPr>
        <p:spPr>
          <a:xfrm>
            <a:off x="11429699" y="6425644"/>
            <a:ext cx="159327" cy="238839"/>
          </a:xfrm>
          <a:prstGeom prst="rect">
            <a:avLst/>
          </a:prstGeom>
          <a:solidFill>
            <a:schemeClr val="bg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graphicFrame>
        <p:nvGraphicFramePr>
          <p:cNvPr id="22" name="Chart 21">
            <a:extLst>
              <a:ext uri="{FF2B5EF4-FFF2-40B4-BE49-F238E27FC236}">
                <a16:creationId xmlns:a16="http://schemas.microsoft.com/office/drawing/2014/main" id="{B6D91A4C-F1EF-ECDF-65B2-D79D35C05F0B}"/>
              </a:ext>
            </a:extLst>
          </p:cNvPr>
          <p:cNvGraphicFramePr>
            <a:graphicFrameLocks/>
          </p:cNvGraphicFramePr>
          <p:nvPr>
            <p:extLst>
              <p:ext uri="{D42A27DB-BD31-4B8C-83A1-F6EECF244321}">
                <p14:modId xmlns:p14="http://schemas.microsoft.com/office/powerpoint/2010/main" val="2461925201"/>
              </p:ext>
            </p:extLst>
          </p:nvPr>
        </p:nvGraphicFramePr>
        <p:xfrm>
          <a:off x="302014" y="1715575"/>
          <a:ext cx="3593167" cy="2894777"/>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24" name="Chart 23">
            <a:extLst>
              <a:ext uri="{FF2B5EF4-FFF2-40B4-BE49-F238E27FC236}">
                <a16:creationId xmlns:a16="http://schemas.microsoft.com/office/drawing/2014/main" id="{73B6A38A-691C-D2BD-B283-379055D75BC8}"/>
              </a:ext>
            </a:extLst>
          </p:cNvPr>
          <p:cNvGraphicFramePr>
            <a:graphicFrameLocks/>
          </p:cNvGraphicFramePr>
          <p:nvPr>
            <p:extLst>
              <p:ext uri="{D42A27DB-BD31-4B8C-83A1-F6EECF244321}">
                <p14:modId xmlns:p14="http://schemas.microsoft.com/office/powerpoint/2010/main" val="1647536613"/>
              </p:ext>
            </p:extLst>
          </p:nvPr>
        </p:nvGraphicFramePr>
        <p:xfrm>
          <a:off x="4181776" y="1795524"/>
          <a:ext cx="3527111" cy="2925897"/>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25" name="Chart 24">
            <a:extLst>
              <a:ext uri="{FF2B5EF4-FFF2-40B4-BE49-F238E27FC236}">
                <a16:creationId xmlns:a16="http://schemas.microsoft.com/office/drawing/2014/main" id="{B6D91A4C-F1EF-ECDF-65B2-D79D35C05F0B}"/>
              </a:ext>
            </a:extLst>
          </p:cNvPr>
          <p:cNvGraphicFramePr>
            <a:graphicFrameLocks/>
          </p:cNvGraphicFramePr>
          <p:nvPr>
            <p:extLst>
              <p:ext uri="{D42A27DB-BD31-4B8C-83A1-F6EECF244321}">
                <p14:modId xmlns:p14="http://schemas.microsoft.com/office/powerpoint/2010/main" val="3856901434"/>
              </p:ext>
            </p:extLst>
          </p:nvPr>
        </p:nvGraphicFramePr>
        <p:xfrm>
          <a:off x="8126821" y="1867152"/>
          <a:ext cx="3448050" cy="2743200"/>
        </p:xfrm>
        <a:graphic>
          <a:graphicData uri="http://schemas.openxmlformats.org/drawingml/2006/chart">
            <c:chart xmlns:c="http://schemas.openxmlformats.org/drawingml/2006/chart" xmlns:r="http://schemas.openxmlformats.org/officeDocument/2006/relationships" r:id="rId11"/>
          </a:graphicData>
        </a:graphic>
      </p:graphicFrame>
    </p:spTree>
    <p:extLst>
      <p:ext uri="{BB962C8B-B14F-4D97-AF65-F5344CB8AC3E}">
        <p14:creationId xmlns:p14="http://schemas.microsoft.com/office/powerpoint/2010/main" val="1463983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EE4P_STYLE_ID" val="39dcc26a-7131-49f4-a9eb-1c0521500c03"/>
  <p:tag name="THINKCELLPRESENTATIONDONOTDELETE" val="&lt;?xml version=&quot;1.0&quot; encoding=&quot;UTF-16&quot; standalone=&quot;yes&quot;?&gt;&lt;root reqver=&quot;23045&quot;&gt;&lt;version val=&quot;24188&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EE4P_MASTERWIZARD_DRAFT" val="0"/>
  <p:tag name="EE4P_LANGUAGE_ID" val="1033"/>
  <p:tag name="EE4P_MASTERWIZARD_MARGINS" val="0"/>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X5AiJlc1SjikgjnNs387ng"/>
</p:tagLst>
</file>

<file path=ppt/tags/tag5.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6.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7.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8.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9.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1.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2.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3.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5.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6.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19.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1.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2.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3.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5.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8.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29.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3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33.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3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k0gDn1l7TlyrFhv1Bb7CDw"/>
</p:tagLst>
</file>

<file path=ppt/tags/tag37.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38.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39.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1.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2.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3.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5.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6.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7.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1.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2.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3.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5.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6.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7.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8.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61.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62.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63.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6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67.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68.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4.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0.xml><?xml version="1.0" encoding="utf-8"?>
<p:tagLst xmlns:a="http://schemas.openxmlformats.org/drawingml/2006/main" xmlns:r="http://schemas.openxmlformats.org/officeDocument/2006/relationships" xmlns:p="http://schemas.openxmlformats.org/presentationml/2006/main">
  <p:tag name="EE4P_INTELLIGENT_ELEMENT" val="{Name}"/>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t4RGjgtUESheJieGFcsjDRQ"/>
</p:tagLst>
</file>

<file path=ppt/theme/theme1.xml><?xml version="1.0" encoding="utf-8"?>
<a:theme xmlns:a="http://schemas.openxmlformats.org/drawingml/2006/main" name="BCG Grid 16:9">
  <a:themeElements>
    <a:clrScheme name="The Boston Consulting Group">
      <a:dk1>
        <a:srgbClr val="575757"/>
      </a:dk1>
      <a:lt1>
        <a:sysClr val="window" lastClr="FFFFFF"/>
      </a:lt1>
      <a:dk2>
        <a:srgbClr val="29BA74"/>
      </a:dk2>
      <a:lt2>
        <a:srgbClr val="F2F2F2"/>
      </a:lt2>
      <a:accent1>
        <a:srgbClr val="03522D"/>
      </a:accent1>
      <a:accent2>
        <a:srgbClr val="197A56"/>
      </a:accent2>
      <a:accent3>
        <a:srgbClr val="D4DF33"/>
      </a:accent3>
      <a:accent4>
        <a:srgbClr val="3EAD92"/>
      </a:accent4>
      <a:accent5>
        <a:srgbClr val="6E6F73"/>
      </a:accent5>
      <a:accent6>
        <a:srgbClr val="295E7E"/>
      </a:accent6>
      <a:hlink>
        <a:srgbClr val="2E3558"/>
      </a:hlink>
      <a:folHlink>
        <a:srgbClr val="2E3558"/>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29BA74"/>
        </a:solidFill>
        <a:ln w="9525" cap="rnd" cmpd="sng" algn="ctr">
          <a:solidFill>
            <a:srgbClr val="29BA74"/>
          </a:solidFill>
          <a:prstDash val="solid"/>
          <a:round/>
          <a:headEnd type="none" w="med" len="med"/>
          <a:tailEnd type="none" w="med" len="me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200" dirty="0" smtClean="0">
            <a:solidFill>
              <a:srgbClr val="FFFFFF"/>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solidFill>
            <a:schemeClr val="tx1">
              <a:lumMod val="60000"/>
              <a:lumOff val="40000"/>
            </a:schemeClr>
          </a:solidFill>
          <a:prstDash val="solid"/>
          <a:round/>
        </a:ln>
      </a:spPr>
      <a:bodyPr/>
      <a:lstStyle/>
      <a:style>
        <a:lnRef idx="1">
          <a:schemeClr val="accent1"/>
        </a:lnRef>
        <a:fillRef idx="0">
          <a:schemeClr val="accent1"/>
        </a:fillRef>
        <a:effectRef idx="0">
          <a:schemeClr val="accent1"/>
        </a:effectRef>
        <a:fontRef idx="minor">
          <a:schemeClr val="tx1"/>
        </a:fontRef>
      </a:style>
    </a:lnDef>
    <a:txDef>
      <a:spPr>
        <a:noFill/>
        <a:ln w="9525" cap="rnd">
          <a:noFill/>
          <a:prstDash val="solid"/>
          <a:round/>
        </a:ln>
        <a:extLst>
          <a:ext uri="{909E8E84-426E-40DD-AFC4-6F175D3DCCD1}">
            <a14:hiddenFill xmlns:a14="http://schemas.microsoft.com/office/drawing/2010/main">
              <a:solidFill>
                <a:srgbClr val="29BA74"/>
              </a:solidFill>
            </a14:hiddenFill>
          </a:ext>
        </a:extLst>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dirty="0" err="1" smtClean="0">
            <a:solidFill>
              <a:srgbClr val="575757"/>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custClrLst>
    <a:custClr name="Custom Color">
      <a:srgbClr val="37373A"/>
    </a:custClr>
    <a:custClr name="Custom Color">
      <a:srgbClr val="2E3558"/>
    </a:custClr>
    <a:custClr name="Custom Color">
      <a:srgbClr val="30C1D7"/>
    </a:custClr>
    <a:custClr name="Custom Color">
      <a:srgbClr val="670F31"/>
    </a:custClr>
    <a:custClr name="Custom Color">
      <a:srgbClr val="E71C57"/>
    </a:custClr>
  </a:custClrLst>
  <a:extLst>
    <a:ext uri="{05A4C25C-085E-4340-85A3-A5531E510DB2}">
      <thm15:themeFamily xmlns:thm15="http://schemas.microsoft.com/office/thememl/2012/main" name="Presentation1" id="{9F202C15-0297-4FD9-95CD-005C6172BBB7}" vid="{593C2B70-5186-41B3-84B4-3F94B52F9FF3}"/>
    </a:ext>
  </a:extLst>
</a:theme>
</file>

<file path=ppt/theme/theme2.xml><?xml version="1.0" encoding="utf-8"?>
<a:theme xmlns:a="http://schemas.openxmlformats.org/drawingml/2006/main" name="Office Theme">
  <a:themeElements>
    <a:clrScheme name="BCG 2015">
      <a:dk1>
        <a:srgbClr val="6E6F73"/>
      </a:dk1>
      <a:lt1>
        <a:sysClr val="window" lastClr="FFFFFF"/>
      </a:lt1>
      <a:dk2>
        <a:srgbClr val="2FC77E"/>
      </a:dk2>
      <a:lt2>
        <a:srgbClr val="E7E7E7"/>
      </a:lt2>
      <a:accent1>
        <a:srgbClr val="03522D"/>
      </a:accent1>
      <a:accent2>
        <a:srgbClr val="197A56"/>
      </a:accent2>
      <a:accent3>
        <a:srgbClr val="E3EE37"/>
      </a:accent3>
      <a:accent4>
        <a:srgbClr val="3EAD92"/>
      </a:accent4>
      <a:accent5>
        <a:srgbClr val="6E6F73"/>
      </a:accent5>
      <a:accent6>
        <a:srgbClr val="295E7E"/>
      </a:accent6>
      <a:hlink>
        <a:srgbClr val="2E3558"/>
      </a:hlink>
      <a:folHlink>
        <a:srgbClr val="670F31"/>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BCG Colors 2015">
      <a:dk1>
        <a:srgbClr val="6E6F73"/>
      </a:dk1>
      <a:lt1>
        <a:sysClr val="window" lastClr="FFFFFF"/>
      </a:lt1>
      <a:dk2>
        <a:srgbClr val="2FC77E"/>
      </a:dk2>
      <a:lt2>
        <a:srgbClr val="E7E7E7"/>
      </a:lt2>
      <a:accent1>
        <a:srgbClr val="03522D"/>
      </a:accent1>
      <a:accent2>
        <a:srgbClr val="197A56"/>
      </a:accent2>
      <a:accent3>
        <a:srgbClr val="E3EE37"/>
      </a:accent3>
      <a:accent4>
        <a:srgbClr val="3EAD92"/>
      </a:accent4>
      <a:accent5>
        <a:srgbClr val="6E6F73"/>
      </a:accent5>
      <a:accent6>
        <a:srgbClr val="295E7E"/>
      </a:accent6>
      <a:hlink>
        <a:srgbClr val="2FC77E"/>
      </a:hlink>
      <a:folHlink>
        <a:srgbClr val="03522D"/>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317974F467E37438C146AD78195A289" ma:contentTypeVersion="27" ma:contentTypeDescription="Create a new document." ma:contentTypeScope="" ma:versionID="e03602932086b18a40c6e416cb2a7f69">
  <xsd:schema xmlns:xsd="http://www.w3.org/2001/XMLSchema" xmlns:xs="http://www.w3.org/2001/XMLSchema" xmlns:p="http://schemas.microsoft.com/office/2006/metadata/properties" xmlns:ns1="http://schemas.microsoft.com/sharepoint/v3" xmlns:ns2="0991f213-3730-40e2-91ec-6de05b6aabb5" xmlns:ns3="36d2b8e5-71dc-415e-89f3-3c8649eed760" targetNamespace="http://schemas.microsoft.com/office/2006/metadata/properties" ma:root="true" ma:fieldsID="3833a751b348f4aa5ccc35fecd3b1d1f" ns1:_="" ns2:_="" ns3:_="">
    <xsd:import namespace="http://schemas.microsoft.com/sharepoint/v3"/>
    <xsd:import namespace="0991f213-3730-40e2-91ec-6de05b6aabb5"/>
    <xsd:import namespace="36d2b8e5-71dc-415e-89f3-3c8649eed76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MediaServiceAutoKeyPoints" minOccurs="0"/>
                <xsd:element ref="ns2:MediaServiceKeyPoints" minOccurs="0"/>
                <xsd:element ref="ns2:lcf76f155ced4ddcb4097134ff3c332f" minOccurs="0"/>
                <xsd:element ref="ns3:TaxCatchAll" minOccurs="0"/>
                <xsd:element ref="ns2:MediaServiceLocation" minOccurs="0"/>
                <xsd:element ref="ns2:MediaServiceGenerationTime" minOccurs="0"/>
                <xsd:element ref="ns2:MediaServiceEventHashCode" minOccurs="0"/>
                <xsd:element ref="ns2:MediaServiceOCR" minOccurs="0"/>
                <xsd:element ref="ns3:SharedWithUsers" minOccurs="0"/>
                <xsd:element ref="ns3:SharedWithDetails" minOccurs="0"/>
                <xsd:element ref="ns2:Reader" minOccurs="0"/>
                <xsd:element ref="ns2:Level" minOccurs="0"/>
                <xsd:element ref="ns2:Region" minOccurs="0"/>
                <xsd:element ref="ns2:Insights" minOccurs="0"/>
                <xsd:element ref="ns2:Rec_x002f_Can" minOccurs="0"/>
                <xsd:element ref="ns1:_ip_UnifiedCompliancePolicyProperties" minOccurs="0"/>
                <xsd:element ref="ns1:_ip_UnifiedCompliancePolicyUIAction" minOccurs="0"/>
                <xsd:element ref="ns2:_Flow_SignoffStatus"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8" nillable="true" ma:displayName="Unified Compliance Policy Properties" ma:hidden="true" ma:internalName="_ip_UnifiedCompliancePolicyProperties">
      <xsd:simpleType>
        <xsd:restriction base="dms:Note"/>
      </xsd:simpleType>
    </xsd:element>
    <xsd:element name="_ip_UnifiedCompliancePolicyUIAction" ma:index="29"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991f213-3730-40e2-91ec-6de05b6aabb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c1edaf98-933d-48b7-9af8-6bdbb703d060" ma:termSetId="09814cd3-568e-fe90-9814-8d621ff8fb84" ma:anchorId="fba54fb3-c3e1-fe81-a776-ca4b69148c4d" ma:open="true" ma:isKeyword="false">
      <xsd:complexType>
        <xsd:sequence>
          <xsd:element ref="pc:Terms" minOccurs="0" maxOccurs="1"/>
        </xsd:sequence>
      </xsd:complexType>
    </xsd:element>
    <xsd:element name="MediaServiceLocation" ma:index="17" nillable="true" ma:displayName="Location" ma:internalName="MediaServiceLocatio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Reader" ma:index="23" nillable="true" ma:displayName="Reader" ma:description="Who from Design team has / wants to read this item" ma:format="Dropdown" ma:internalName="Reader">
      <xsd:simpleType>
        <xsd:restriction base="dms:Text">
          <xsd:maxLength value="255"/>
        </xsd:restriction>
      </xsd:simpleType>
    </xsd:element>
    <xsd:element name="Level" ma:index="24" nillable="true" ma:displayName="Level" ma:format="Dropdown" ma:internalName="Level">
      <xsd:simpleType>
        <xsd:restriction base="dms:Choice">
          <xsd:enumeration value="Campus"/>
          <xsd:enumeration value="Industry"/>
          <xsd:enumeration value="Exec"/>
          <xsd:enumeration value="other"/>
        </xsd:restriction>
      </xsd:simpleType>
    </xsd:element>
    <xsd:element name="Region" ma:index="25" nillable="true" ma:displayName="Region" ma:format="Dropdown" ma:internalName="Region">
      <xsd:simpleType>
        <xsd:restriction base="dms:Choice">
          <xsd:enumeration value="NAMR"/>
          <xsd:enumeration value="EMESA"/>
          <xsd:enumeration value="APAC"/>
          <xsd:enumeration value="Global"/>
        </xsd:restriction>
      </xsd:simpleType>
    </xsd:element>
    <xsd:element name="Insights" ma:index="26" nillable="true" ma:displayName="Insights" ma:description="A space to capture insights and highlights from the interview, to help us find sources if needed later." ma:format="Dropdown" ma:internalName="Insights">
      <xsd:simpleType>
        <xsd:restriction base="dms:Note">
          <xsd:maxLength value="255"/>
        </xsd:restriction>
      </xsd:simpleType>
    </xsd:element>
    <xsd:element name="Rec_x002f_Can" ma:index="27" nillable="true" ma:displayName="Rec / Can" ma:format="Dropdown" ma:internalName="Rec_x002f_Can">
      <xsd:simpleType>
        <xsd:restriction base="dms:Choice">
          <xsd:enumeration value="Recruiter"/>
          <xsd:enumeration value="Candidate"/>
        </xsd:restriction>
      </xsd:simpleType>
    </xsd:element>
    <xsd:element name="_Flow_SignoffStatus" ma:index="30" nillable="true" ma:displayName="Sign-off status" ma:internalName="Sign_x002d_off_x0020_status">
      <xsd:simpleType>
        <xsd:restriction base="dms:Text"/>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2" nillable="true" ma:displayName="MediaServiceSearchProperties" ma:hidden="true" ma:internalName="MediaServiceSearchPropertie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6d2b8e5-71dc-415e-89f3-3c8649eed760"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3f2f81cf-8db6-41f8-8a1e-7000546bd34b}" ma:internalName="TaxCatchAll" ma:showField="CatchAllData" ma:web="36d2b8e5-71dc-415e-89f3-3c8649eed760">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Reader xmlns="0991f213-3730-40e2-91ec-6de05b6aabb5" xsi:nil="true"/>
    <Region xmlns="0991f213-3730-40e2-91ec-6de05b6aabb5" xsi:nil="true"/>
    <Rec_x002f_Can xmlns="0991f213-3730-40e2-91ec-6de05b6aabb5" xsi:nil="true"/>
    <_ip_UnifiedCompliancePolicyProperties xmlns="http://schemas.microsoft.com/sharepoint/v3" xsi:nil="true"/>
    <TaxCatchAll xmlns="36d2b8e5-71dc-415e-89f3-3c8649eed760" xsi:nil="true"/>
    <lcf76f155ced4ddcb4097134ff3c332f xmlns="0991f213-3730-40e2-91ec-6de05b6aabb5">
      <Terms xmlns="http://schemas.microsoft.com/office/infopath/2007/PartnerControls"/>
    </lcf76f155ced4ddcb4097134ff3c332f>
    <Level xmlns="0991f213-3730-40e2-91ec-6de05b6aabb5" xsi:nil="true"/>
    <_Flow_SignoffStatus xmlns="0991f213-3730-40e2-91ec-6de05b6aabb5" xsi:nil="true"/>
    <Insights xmlns="0991f213-3730-40e2-91ec-6de05b6aabb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AFEDB00-AE08-4CC7-908B-138CC2F88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0991f213-3730-40e2-91ec-6de05b6aabb5"/>
    <ds:schemaRef ds:uri="36d2b8e5-71dc-415e-89f3-3c8649eed7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2416FAC-37CA-4AF3-9A4A-9E56DF196B4D}">
  <ds:schemaRefs>
    <ds:schemaRef ds:uri="http://schemas.microsoft.com/office/2006/metadata/properties"/>
    <ds:schemaRef ds:uri="http://schemas.microsoft.com/office/infopath/2007/PartnerControls"/>
    <ds:schemaRef ds:uri="http://schemas.microsoft.com/sharepoint/v3"/>
    <ds:schemaRef ds:uri="0991f213-3730-40e2-91ec-6de05b6aabb5"/>
    <ds:schemaRef ds:uri="36d2b8e5-71dc-415e-89f3-3c8649eed760"/>
  </ds:schemaRefs>
</ds:datastoreItem>
</file>

<file path=customXml/itemProps3.xml><?xml version="1.0" encoding="utf-8"?>
<ds:datastoreItem xmlns:ds="http://schemas.openxmlformats.org/officeDocument/2006/customXml" ds:itemID="{F0D9CDD6-302A-4910-894A-79BA7510E5E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BCG Grid 16:9</Template>
  <TotalTime>239</TotalTime>
  <Words>78</Words>
  <Application>Microsoft Office PowerPoint</Application>
  <PresentationFormat>Widescreen</PresentationFormat>
  <Paragraphs>5</Paragraphs>
  <Slides>1</Slides>
  <Notes>0</Notes>
  <HiddenSlides>0</HiddenSlides>
  <MMClips>0</MMClips>
  <ScaleCrop>false</ScaleCrop>
  <HeadingPairs>
    <vt:vector size="10" baseType="variant">
      <vt:variant>
        <vt:lpstr>Fonts Used</vt:lpstr>
      </vt:variant>
      <vt:variant>
        <vt:i4>3</vt:i4>
      </vt:variant>
      <vt:variant>
        <vt:lpstr>Theme</vt:lpstr>
      </vt:variant>
      <vt:variant>
        <vt:i4>1</vt:i4>
      </vt:variant>
      <vt:variant>
        <vt:lpstr>Embedded OLE Servers</vt:lpstr>
      </vt:variant>
      <vt:variant>
        <vt:i4>1</vt:i4>
      </vt:variant>
      <vt:variant>
        <vt:lpstr>Slide Titles</vt:lpstr>
      </vt:variant>
      <vt:variant>
        <vt:i4>1</vt:i4>
      </vt:variant>
      <vt:variant>
        <vt:lpstr>Custom Shows</vt:lpstr>
      </vt:variant>
      <vt:variant>
        <vt:i4>1</vt:i4>
      </vt:variant>
    </vt:vector>
  </HeadingPairs>
  <TitlesOfParts>
    <vt:vector size="7" baseType="lpstr">
      <vt:lpstr>Arial</vt:lpstr>
      <vt:lpstr>Times New Roman</vt:lpstr>
      <vt:lpstr>Trebuchet MS</vt:lpstr>
      <vt:lpstr>BCG Grid 16:9</vt:lpstr>
      <vt:lpstr>think-cell Slide</vt:lpstr>
      <vt:lpstr>Task 2 (Data Visualizations)</vt:lpstr>
      <vt:lpstr>Format Guide Workshop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Scobee, Kyle</dc:creator>
  <cp:lastModifiedBy>Jawaria Irfan</cp:lastModifiedBy>
  <cp:revision>9</cp:revision>
  <cp:lastPrinted>2016-04-06T18:59:25Z</cp:lastPrinted>
  <dcterms:created xsi:type="dcterms:W3CDTF">2025-04-28T17:07:03Z</dcterms:created>
  <dcterms:modified xsi:type="dcterms:W3CDTF">2026-05-18T18:53:13Z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Format Name">
    <vt:lpwstr>Grid Format</vt:lpwstr>
  </property>
  <property fmtid="{D5CDD505-2E9C-101B-9397-08002B2CF9AE}" pid="3" name="NXPowerLiteLastOptimized">
    <vt:lpwstr>488649</vt:lpwstr>
  </property>
  <property fmtid="{D5CDD505-2E9C-101B-9397-08002B2CF9AE}" pid="4" name="NXPowerLiteSettings">
    <vt:lpwstr>87000AA0054001</vt:lpwstr>
  </property>
  <property fmtid="{D5CDD505-2E9C-101B-9397-08002B2CF9AE}" pid="5" name="NXPowerLiteVersion">
    <vt:lpwstr>D7.1.8</vt:lpwstr>
  </property>
  <property fmtid="{D5CDD505-2E9C-101B-9397-08002B2CF9AE}" pid="6" name="Template Name">
    <vt:lpwstr>16x9</vt:lpwstr>
  </property>
  <property fmtid="{D5CDD505-2E9C-101B-9397-08002B2CF9AE}" pid="7" name="MSIP_Label_b0d5c4f4-7a29-4385-b7a5-afbe2154ae6f_Enabled">
    <vt:lpwstr>true</vt:lpwstr>
  </property>
  <property fmtid="{D5CDD505-2E9C-101B-9397-08002B2CF9AE}" pid="8" name="MSIP_Label_b0d5c4f4-7a29-4385-b7a5-afbe2154ae6f_SetDate">
    <vt:lpwstr>2025-04-28T17:07:45Z</vt:lpwstr>
  </property>
  <property fmtid="{D5CDD505-2E9C-101B-9397-08002B2CF9AE}" pid="9" name="MSIP_Label_b0d5c4f4-7a29-4385-b7a5-afbe2154ae6f_Method">
    <vt:lpwstr>Standard</vt:lpwstr>
  </property>
  <property fmtid="{D5CDD505-2E9C-101B-9397-08002B2CF9AE}" pid="10" name="MSIP_Label_b0d5c4f4-7a29-4385-b7a5-afbe2154ae6f_Name">
    <vt:lpwstr>Confidential</vt:lpwstr>
  </property>
  <property fmtid="{D5CDD505-2E9C-101B-9397-08002B2CF9AE}" pid="11" name="MSIP_Label_b0d5c4f4-7a29-4385-b7a5-afbe2154ae6f_SiteId">
    <vt:lpwstr>2dfb2f0b-4d21-4268-9559-72926144c918</vt:lpwstr>
  </property>
  <property fmtid="{D5CDD505-2E9C-101B-9397-08002B2CF9AE}" pid="12" name="MSIP_Label_b0d5c4f4-7a29-4385-b7a5-afbe2154ae6f_ActionId">
    <vt:lpwstr>f2528353-4ad6-4815-81e0-0b5048609e13</vt:lpwstr>
  </property>
  <property fmtid="{D5CDD505-2E9C-101B-9397-08002B2CF9AE}" pid="13" name="MSIP_Label_b0d5c4f4-7a29-4385-b7a5-afbe2154ae6f_ContentBits">
    <vt:lpwstr>0</vt:lpwstr>
  </property>
  <property fmtid="{D5CDD505-2E9C-101B-9397-08002B2CF9AE}" pid="14" name="MSIP_Label_b0d5c4f4-7a29-4385-b7a5-afbe2154ae6f_Tag">
    <vt:lpwstr>50, 3, 0, 1</vt:lpwstr>
  </property>
  <property fmtid="{D5CDD505-2E9C-101B-9397-08002B2CF9AE}" pid="15" name="ContentTypeId">
    <vt:lpwstr>0x0101008317974F467E37438C146AD78195A289</vt:lpwstr>
  </property>
</Properties>
</file>